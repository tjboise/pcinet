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63" r:id="rId4"/>
    <p:sldId id="268" r:id="rId5"/>
    <p:sldId id="257" r:id="rId6"/>
    <p:sldId id="258" r:id="rId7"/>
    <p:sldId id="259" r:id="rId8"/>
    <p:sldId id="261" r:id="rId9"/>
    <p:sldId id="260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12"/>
  </p:normalViewPr>
  <p:slideViewPr>
    <p:cSldViewPr>
      <p:cViewPr>
        <p:scale>
          <a:sx n="81" d="100"/>
          <a:sy n="81" d="100"/>
        </p:scale>
        <p:origin x="2520" y="1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 bwMode="auto">
          <a:xfrm>
            <a:off x="685800" y="2130424"/>
            <a:ext cx="7772400" cy="1470024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722313" y="4406899"/>
            <a:ext cx="77724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722313" y="2906712"/>
            <a:ext cx="77724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648199" y="1600200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535112"/>
            <a:ext cx="4040187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57200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4645024" y="1535112"/>
            <a:ext cx="4041774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4645024" y="2174874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457200" y="273049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>
          <a:xfrm>
            <a:off x="3575049" y="273049"/>
            <a:ext cx="5111749" cy="5853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099"/>
            <a:ext cx="3008313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1792287" y="4800600"/>
            <a:ext cx="5486400" cy="566737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图片占位符 2"/>
          <p:cNvSpPr>
            <a:spLocks noGrp="1"/>
          </p:cNvSpPr>
          <p:nvPr>
            <p:ph type="pic" idx="1"/>
          </p:nvPr>
        </p:nvSpPr>
        <p:spPr bwMode="auto">
          <a:xfrm>
            <a:off x="1792287" y="612774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1792287" y="5367337"/>
            <a:ext cx="54864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垂直排列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7"/>
            <a:ext cx="2057400" cy="5851524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7"/>
            <a:ext cx="6019799" cy="5851524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</a:p>
          <a:p>
            <a:pPr lvl="1">
              <a:defRPr/>
            </a:pPr>
            <a:r>
              <a:rPr lang="zh-CN"/>
              <a:t>第二级</a:t>
            </a:r>
          </a:p>
          <a:p>
            <a:pPr lvl="2">
              <a:defRPr/>
            </a:pPr>
            <a:r>
              <a:rPr lang="zh-CN"/>
              <a:t>第三级</a:t>
            </a:r>
          </a:p>
          <a:p>
            <a:pPr lvl="3">
              <a:defRPr/>
            </a:pPr>
            <a:r>
              <a:rPr lang="zh-CN"/>
              <a:t>第四级</a:t>
            </a:r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30820CF-B880-4189-942D-D702A7CBA730}" type="datetimeFigureOut">
              <a:rPr lang="en-US"/>
              <a:t>8/18/25</a:t>
            </a:fld>
            <a:endParaRPr 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199" y="6356349"/>
            <a:ext cx="2895598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199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C913308-F349-4B6D-A68A-DD1791B4A57B}" type="slidenum">
              <a:rPr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8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A94D125-2484-2DF5-542E-2E081C0FDD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124744"/>
            <a:ext cx="914400" cy="914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F131E1-5110-4BFA-B544-DB1785CB86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610" y="1124744"/>
            <a:ext cx="914400" cy="91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574C8AD-2A02-D860-67F0-76ED0F1C92A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204864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572013-4C96-064E-3609-B500148492B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610" y="2204864"/>
            <a:ext cx="914400" cy="9144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CB46777-01B5-6D8F-2224-D2850B7F02E7}"/>
              </a:ext>
            </a:extLst>
          </p:cNvPr>
          <p:cNvSpPr/>
          <p:nvPr/>
        </p:nvSpPr>
        <p:spPr>
          <a:xfrm>
            <a:off x="4572000" y="728700"/>
            <a:ext cx="432048" cy="2952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62765D-8A9E-F80E-1FAF-E73999E15BDD}"/>
              </a:ext>
            </a:extLst>
          </p:cNvPr>
          <p:cNvCxnSpPr>
            <a:stCxn id="15" idx="3"/>
          </p:cNvCxnSpPr>
          <p:nvPr/>
        </p:nvCxnSpPr>
        <p:spPr>
          <a:xfrm>
            <a:off x="2810010" y="1581944"/>
            <a:ext cx="1761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42386E-58FF-391C-76AC-A9A912EA6A0A}"/>
              </a:ext>
            </a:extLst>
          </p:cNvPr>
          <p:cNvCxnSpPr>
            <a:stCxn id="17" idx="3"/>
          </p:cNvCxnSpPr>
          <p:nvPr/>
        </p:nvCxnSpPr>
        <p:spPr>
          <a:xfrm>
            <a:off x="2810010" y="2662064"/>
            <a:ext cx="1761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2084B40-424D-1EA7-8FE1-9E38BF105DF1}"/>
              </a:ext>
            </a:extLst>
          </p:cNvPr>
          <p:cNvSpPr/>
          <p:nvPr/>
        </p:nvSpPr>
        <p:spPr bwMode="auto">
          <a:xfrm>
            <a:off x="6660232" y="728700"/>
            <a:ext cx="669776" cy="2952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PCI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3145A2-175C-0234-32B5-54B4FA6331DE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>
            <a:off x="5004048" y="2204864"/>
            <a:ext cx="1656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BCF3DE1-EA94-4DCA-9038-09327D27095D}"/>
              </a:ext>
            </a:extLst>
          </p:cNvPr>
          <p:cNvSpPr txBox="1"/>
          <p:nvPr/>
        </p:nvSpPr>
        <p:spPr>
          <a:xfrm>
            <a:off x="5105819" y="1828407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Calculate PCI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6167B4-8FA3-C37D-5212-7E2DD16B288B}"/>
              </a:ext>
            </a:extLst>
          </p:cNvPr>
          <p:cNvSpPr txBox="1"/>
          <p:nvPr/>
        </p:nvSpPr>
        <p:spPr>
          <a:xfrm>
            <a:off x="3229179" y="1102788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severity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4BA645-9A2F-10D3-4CF5-B01B88001D96}"/>
              </a:ext>
            </a:extLst>
          </p:cNvPr>
          <p:cNvSpPr txBox="1"/>
          <p:nvPr/>
        </p:nvSpPr>
        <p:spPr>
          <a:xfrm>
            <a:off x="4302153" y="311647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902BF2-CA10-E264-C479-51BEEA5D05AC}"/>
              </a:ext>
            </a:extLst>
          </p:cNvPr>
          <p:cNvSpPr txBox="1"/>
          <p:nvPr/>
        </p:nvSpPr>
        <p:spPr>
          <a:xfrm>
            <a:off x="1723928" y="335810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18131DB-B175-F812-9514-BA2EFFFFF1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13792" y="2348880"/>
            <a:ext cx="914400" cy="9144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0F3563F-6C4C-285A-7CF9-71F4A11BC3E9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-299392" y="2806080"/>
            <a:ext cx="1097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C5C7EDE-60BC-BB36-0032-6D4DA7B10BC6}"/>
              </a:ext>
            </a:extLst>
          </p:cNvPr>
          <p:cNvSpPr txBox="1"/>
          <p:nvPr/>
        </p:nvSpPr>
        <p:spPr bwMode="auto">
          <a:xfrm>
            <a:off x="-280395" y="2348880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Classify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0F75F729-9047-D9C4-3C4A-14F95FD9D3BA}"/>
              </a:ext>
            </a:extLst>
          </p:cNvPr>
          <p:cNvCxnSpPr>
            <a:stCxn id="32" idx="2"/>
            <a:endCxn id="24" idx="2"/>
          </p:cNvCxnSpPr>
          <p:nvPr/>
        </p:nvCxnSpPr>
        <p:spPr>
          <a:xfrm rot="16200000" flipH="1">
            <a:off x="2910390" y="-403702"/>
            <a:ext cx="417748" cy="7751712"/>
          </a:xfrm>
          <a:prstGeom prst="bentConnector3">
            <a:avLst>
              <a:gd name="adj1" fmla="val 5897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76CB18C-BBFC-11BF-F8AA-9C7B3A596768}"/>
              </a:ext>
            </a:extLst>
          </p:cNvPr>
          <p:cNvSpPr txBox="1"/>
          <p:nvPr/>
        </p:nvSpPr>
        <p:spPr>
          <a:xfrm>
            <a:off x="2352810" y="5309334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method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89246E-DBE6-B51A-E74E-71FE934F5079}"/>
              </a:ext>
            </a:extLst>
          </p:cNvPr>
          <p:cNvSpPr txBox="1"/>
          <p:nvPr/>
        </p:nvSpPr>
        <p:spPr>
          <a:xfrm>
            <a:off x="996200" y="44625"/>
            <a:ext cx="19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Traditional method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U-Turn Arrow 1">
            <a:extLst>
              <a:ext uri="{FF2B5EF4-FFF2-40B4-BE49-F238E27FC236}">
                <a16:creationId xmlns:a16="http://schemas.microsoft.com/office/drawing/2014/main" id="{CB6CA2BE-A47A-C442-9D0A-9B5496751D51}"/>
              </a:ext>
            </a:extLst>
          </p:cNvPr>
          <p:cNvSpPr/>
          <p:nvPr/>
        </p:nvSpPr>
        <p:spPr>
          <a:xfrm flipV="1">
            <a:off x="481731" y="3803542"/>
            <a:ext cx="7560840" cy="1461427"/>
          </a:xfrm>
          <a:custGeom>
            <a:avLst/>
            <a:gdLst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122389 w 6336704"/>
              <a:gd name="connsiteY14" fmla="*/ 2448272 h 2448272"/>
              <a:gd name="connsiteX15" fmla="*/ 0 w 6336704"/>
              <a:gd name="connsiteY15" fmla="*/ 2448272 h 2448272"/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52051 w 6336704"/>
              <a:gd name="connsiteY14" fmla="*/ 1252518 h 2448272"/>
              <a:gd name="connsiteX15" fmla="*/ 0 w 6336704"/>
              <a:gd name="connsiteY15" fmla="*/ 2448272 h 2448272"/>
              <a:gd name="connsiteX0" fmla="*/ 68580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68580 w 6336704"/>
              <a:gd name="connsiteY15" fmla="*/ 1242407 h 1790666"/>
              <a:gd name="connsiteX0" fmla="*/ 78556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78556 w 6336704"/>
              <a:gd name="connsiteY15" fmla="*/ 1242407 h 1790666"/>
              <a:gd name="connsiteX0" fmla="*/ 52051 w 6336704"/>
              <a:gd name="connsiteY0" fmla="*/ 125251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0" fmla="*/ 52051 w 6336704"/>
              <a:gd name="connsiteY0" fmla="*/ 123256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32568 h 179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36704" h="1790666">
                <a:moveTo>
                  <a:pt x="52051" y="1232568"/>
                </a:moveTo>
                <a:lnTo>
                  <a:pt x="0" y="1224136"/>
                </a:lnTo>
                <a:cubicBezTo>
                  <a:pt x="0" y="548064"/>
                  <a:pt x="548064" y="0"/>
                  <a:pt x="1224136" y="0"/>
                </a:cubicBezTo>
                <a:lnTo>
                  <a:pt x="5017220" y="0"/>
                </a:lnTo>
                <a:cubicBezTo>
                  <a:pt x="5693292" y="0"/>
                  <a:pt x="6241356" y="548064"/>
                  <a:pt x="6241356" y="1224136"/>
                </a:cubicBezTo>
                <a:lnTo>
                  <a:pt x="6241356" y="1224136"/>
                </a:lnTo>
                <a:lnTo>
                  <a:pt x="6336704" y="1224136"/>
                </a:lnTo>
                <a:lnTo>
                  <a:pt x="6180161" y="1790666"/>
                </a:lnTo>
                <a:lnTo>
                  <a:pt x="6023619" y="1224136"/>
                </a:lnTo>
                <a:lnTo>
                  <a:pt x="6118967" y="1224136"/>
                </a:lnTo>
                <a:lnTo>
                  <a:pt x="6118967" y="1224136"/>
                </a:lnTo>
                <a:cubicBezTo>
                  <a:pt x="6118967" y="615658"/>
                  <a:pt x="5625698" y="122389"/>
                  <a:pt x="5017220" y="122389"/>
                </a:cubicBezTo>
                <a:lnTo>
                  <a:pt x="1224136" y="122389"/>
                </a:lnTo>
                <a:cubicBezTo>
                  <a:pt x="615658" y="122389"/>
                  <a:pt x="122389" y="615658"/>
                  <a:pt x="122389" y="1224136"/>
                </a:cubicBezTo>
                <a:lnTo>
                  <a:pt x="52051" y="1232568"/>
                </a:lnTo>
                <a:close/>
              </a:path>
            </a:pathLst>
          </a:cu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 sd="1562125877">
                  <a:custGeom>
                    <a:avLst/>
                    <a:gdLst>
                      <a:gd name="connsiteX0" fmla="*/ 62106 w 7560840"/>
                      <a:gd name="connsiteY0" fmla="*/ 1005943 h 1461428"/>
                      <a:gd name="connsiteX1" fmla="*/ 0 w 7560840"/>
                      <a:gd name="connsiteY1" fmla="*/ 999062 h 1461428"/>
                      <a:gd name="connsiteX2" fmla="*/ 1460616 w 7560840"/>
                      <a:gd name="connsiteY2" fmla="*/ 0 h 1461428"/>
                      <a:gd name="connsiteX3" fmla="*/ 2026346 w 7560840"/>
                      <a:gd name="connsiteY3" fmla="*/ 0 h 1461428"/>
                      <a:gd name="connsiteX4" fmla="*/ 2592076 w 7560840"/>
                      <a:gd name="connsiteY4" fmla="*/ 0 h 1461428"/>
                      <a:gd name="connsiteX5" fmla="*/ 3112547 w 7560840"/>
                      <a:gd name="connsiteY5" fmla="*/ 0 h 1461428"/>
                      <a:gd name="connsiteX6" fmla="*/ 3768794 w 7560840"/>
                      <a:gd name="connsiteY6" fmla="*/ 0 h 1461428"/>
                      <a:gd name="connsiteX7" fmla="*/ 4379782 w 7560840"/>
                      <a:gd name="connsiteY7" fmla="*/ 0 h 1461428"/>
                      <a:gd name="connsiteX8" fmla="*/ 4945512 w 7560840"/>
                      <a:gd name="connsiteY8" fmla="*/ 0 h 1461428"/>
                      <a:gd name="connsiteX9" fmla="*/ 5986455 w 7560840"/>
                      <a:gd name="connsiteY9" fmla="*/ 0 h 1461428"/>
                      <a:gd name="connsiteX10" fmla="*/ 7447072 w 7560840"/>
                      <a:gd name="connsiteY10" fmla="*/ 999062 h 1461428"/>
                      <a:gd name="connsiteX11" fmla="*/ 7447072 w 7560840"/>
                      <a:gd name="connsiteY11" fmla="*/ 999062 h 1461428"/>
                      <a:gd name="connsiteX12" fmla="*/ 7560840 w 7560840"/>
                      <a:gd name="connsiteY12" fmla="*/ 999062 h 1461428"/>
                      <a:gd name="connsiteX13" fmla="*/ 7374055 w 7560840"/>
                      <a:gd name="connsiteY13" fmla="*/ 1461428 h 1461428"/>
                      <a:gd name="connsiteX14" fmla="*/ 7187272 w 7560840"/>
                      <a:gd name="connsiteY14" fmla="*/ 999062 h 1461428"/>
                      <a:gd name="connsiteX15" fmla="*/ 7301040 w 7560840"/>
                      <a:gd name="connsiteY15" fmla="*/ 999062 h 1461428"/>
                      <a:gd name="connsiteX16" fmla="*/ 7301040 w 7560840"/>
                      <a:gd name="connsiteY16" fmla="*/ 999062 h 1461428"/>
                      <a:gd name="connsiteX17" fmla="*/ 5986455 w 7560840"/>
                      <a:gd name="connsiteY17" fmla="*/ 99886 h 1461428"/>
                      <a:gd name="connsiteX18" fmla="*/ 5330208 w 7560840"/>
                      <a:gd name="connsiteY18" fmla="*/ 99886 h 1461428"/>
                      <a:gd name="connsiteX19" fmla="*/ 4764478 w 7560840"/>
                      <a:gd name="connsiteY19" fmla="*/ 99886 h 1461428"/>
                      <a:gd name="connsiteX20" fmla="*/ 4198749 w 7560840"/>
                      <a:gd name="connsiteY20" fmla="*/ 99886 h 1461428"/>
                      <a:gd name="connsiteX21" fmla="*/ 3542502 w 7560840"/>
                      <a:gd name="connsiteY21" fmla="*/ 99886 h 1461428"/>
                      <a:gd name="connsiteX22" fmla="*/ 2886255 w 7560840"/>
                      <a:gd name="connsiteY22" fmla="*/ 99886 h 1461428"/>
                      <a:gd name="connsiteX23" fmla="*/ 2365784 w 7560840"/>
                      <a:gd name="connsiteY23" fmla="*/ 99886 h 1461428"/>
                      <a:gd name="connsiteX24" fmla="*/ 1460616 w 7560840"/>
                      <a:gd name="connsiteY24" fmla="*/ 99886 h 1461428"/>
                      <a:gd name="connsiteX25" fmla="*/ 146032 w 7560840"/>
                      <a:gd name="connsiteY25" fmla="*/ 999062 h 1461428"/>
                      <a:gd name="connsiteX26" fmla="*/ 62106 w 7560840"/>
                      <a:gd name="connsiteY26" fmla="*/ 1005943 h 1461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560840" h="1461428" extrusionOk="0">
                        <a:moveTo>
                          <a:pt x="62106" y="1005943"/>
                        </a:moveTo>
                        <a:cubicBezTo>
                          <a:pt x="35816" y="1005679"/>
                          <a:pt x="21114" y="996219"/>
                          <a:pt x="0" y="999062"/>
                        </a:cubicBezTo>
                        <a:cubicBezTo>
                          <a:pt x="-53072" y="632651"/>
                          <a:pt x="652390" y="57938"/>
                          <a:pt x="1460616" y="0"/>
                        </a:cubicBezTo>
                        <a:cubicBezTo>
                          <a:pt x="1703730" y="-45619"/>
                          <a:pt x="1848664" y="35896"/>
                          <a:pt x="2026346" y="0"/>
                        </a:cubicBezTo>
                        <a:cubicBezTo>
                          <a:pt x="2204028" y="-35896"/>
                          <a:pt x="2395777" y="13457"/>
                          <a:pt x="2592076" y="0"/>
                        </a:cubicBezTo>
                        <a:cubicBezTo>
                          <a:pt x="2788375" y="-13457"/>
                          <a:pt x="2901068" y="11008"/>
                          <a:pt x="3112547" y="0"/>
                        </a:cubicBezTo>
                        <a:cubicBezTo>
                          <a:pt x="3324026" y="-11008"/>
                          <a:pt x="3490665" y="3628"/>
                          <a:pt x="3768794" y="0"/>
                        </a:cubicBezTo>
                        <a:cubicBezTo>
                          <a:pt x="4046923" y="-3628"/>
                          <a:pt x="4195627" y="53516"/>
                          <a:pt x="4379782" y="0"/>
                        </a:cubicBezTo>
                        <a:cubicBezTo>
                          <a:pt x="4563937" y="-53516"/>
                          <a:pt x="4762089" y="37799"/>
                          <a:pt x="4945512" y="0"/>
                        </a:cubicBezTo>
                        <a:cubicBezTo>
                          <a:pt x="5128935" y="-37799"/>
                          <a:pt x="5774577" y="122941"/>
                          <a:pt x="5986455" y="0"/>
                        </a:cubicBezTo>
                        <a:cubicBezTo>
                          <a:pt x="6809671" y="1542"/>
                          <a:pt x="7525917" y="587003"/>
                          <a:pt x="7447072" y="999062"/>
                        </a:cubicBezTo>
                        <a:lnTo>
                          <a:pt x="7447072" y="999062"/>
                        </a:lnTo>
                        <a:cubicBezTo>
                          <a:pt x="7501006" y="998483"/>
                          <a:pt x="7510234" y="1003489"/>
                          <a:pt x="7560840" y="999062"/>
                        </a:cubicBezTo>
                        <a:cubicBezTo>
                          <a:pt x="7502199" y="1161551"/>
                          <a:pt x="7385493" y="1317671"/>
                          <a:pt x="7374055" y="1461428"/>
                        </a:cubicBezTo>
                        <a:cubicBezTo>
                          <a:pt x="7277908" y="1317220"/>
                          <a:pt x="7307813" y="1206517"/>
                          <a:pt x="7187272" y="999062"/>
                        </a:cubicBezTo>
                        <a:cubicBezTo>
                          <a:pt x="7216041" y="988485"/>
                          <a:pt x="7255079" y="1006119"/>
                          <a:pt x="7301040" y="999062"/>
                        </a:cubicBezTo>
                        <a:lnTo>
                          <a:pt x="7301040" y="999062"/>
                        </a:lnTo>
                        <a:cubicBezTo>
                          <a:pt x="7102253" y="564013"/>
                          <a:pt x="6708786" y="65574"/>
                          <a:pt x="5986455" y="99886"/>
                        </a:cubicBezTo>
                        <a:cubicBezTo>
                          <a:pt x="5853736" y="157147"/>
                          <a:pt x="5559338" y="78435"/>
                          <a:pt x="5330208" y="99886"/>
                        </a:cubicBezTo>
                        <a:cubicBezTo>
                          <a:pt x="5101078" y="121337"/>
                          <a:pt x="4926330" y="61264"/>
                          <a:pt x="4764478" y="99886"/>
                        </a:cubicBezTo>
                        <a:cubicBezTo>
                          <a:pt x="4602626" y="138508"/>
                          <a:pt x="4481612" y="76368"/>
                          <a:pt x="4198749" y="99886"/>
                        </a:cubicBezTo>
                        <a:cubicBezTo>
                          <a:pt x="3915886" y="123404"/>
                          <a:pt x="3851945" y="31306"/>
                          <a:pt x="3542502" y="99886"/>
                        </a:cubicBezTo>
                        <a:cubicBezTo>
                          <a:pt x="3233059" y="168466"/>
                          <a:pt x="3118251" y="44510"/>
                          <a:pt x="2886255" y="99886"/>
                        </a:cubicBezTo>
                        <a:cubicBezTo>
                          <a:pt x="2654259" y="155262"/>
                          <a:pt x="2483773" y="85228"/>
                          <a:pt x="2365784" y="99886"/>
                        </a:cubicBezTo>
                        <a:cubicBezTo>
                          <a:pt x="2247795" y="114544"/>
                          <a:pt x="1699656" y="-481"/>
                          <a:pt x="1460616" y="99886"/>
                        </a:cubicBezTo>
                        <a:cubicBezTo>
                          <a:pt x="715151" y="34220"/>
                          <a:pt x="158341" y="485655"/>
                          <a:pt x="146032" y="999062"/>
                        </a:cubicBezTo>
                        <a:cubicBezTo>
                          <a:pt x="117175" y="1003350"/>
                          <a:pt x="98811" y="1000271"/>
                          <a:pt x="62106" y="100594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50A17277-8C1B-F3E8-A578-B68369557258}"/>
              </a:ext>
            </a:extLst>
          </p:cNvPr>
          <p:cNvSpPr/>
          <p:nvPr/>
        </p:nvSpPr>
        <p:spPr>
          <a:xfrm>
            <a:off x="1648290" y="3212976"/>
            <a:ext cx="5454567" cy="320250"/>
          </a:xfrm>
          <a:prstGeom prst="rightArrow">
            <a:avLst>
              <a:gd name="adj1" fmla="val 50000"/>
              <a:gd name="adj2" fmla="val 182847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9CD95-07CC-D34A-6AEE-2623658B4A25}"/>
              </a:ext>
            </a:extLst>
          </p:cNvPr>
          <p:cNvSpPr/>
          <p:nvPr/>
        </p:nvSpPr>
        <p:spPr>
          <a:xfrm>
            <a:off x="7493942" y="3013752"/>
            <a:ext cx="720080" cy="720080"/>
          </a:xfrm>
          <a:prstGeom prst="rect">
            <a:avLst/>
          </a:prstGeom>
          <a:noFill/>
          <a:ln w="952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6837363">
                  <a:custGeom>
                    <a:avLst/>
                    <a:gdLst>
                      <a:gd name="connsiteX0" fmla="*/ 0 w 720080"/>
                      <a:gd name="connsiteY0" fmla="*/ 0 h 720080"/>
                      <a:gd name="connsiteX1" fmla="*/ 374442 w 720080"/>
                      <a:gd name="connsiteY1" fmla="*/ 0 h 720080"/>
                      <a:gd name="connsiteX2" fmla="*/ 720080 w 720080"/>
                      <a:gd name="connsiteY2" fmla="*/ 0 h 720080"/>
                      <a:gd name="connsiteX3" fmla="*/ 720080 w 720080"/>
                      <a:gd name="connsiteY3" fmla="*/ 352839 h 720080"/>
                      <a:gd name="connsiteX4" fmla="*/ 720080 w 720080"/>
                      <a:gd name="connsiteY4" fmla="*/ 720080 h 720080"/>
                      <a:gd name="connsiteX5" fmla="*/ 374442 w 720080"/>
                      <a:gd name="connsiteY5" fmla="*/ 720080 h 720080"/>
                      <a:gd name="connsiteX6" fmla="*/ 0 w 720080"/>
                      <a:gd name="connsiteY6" fmla="*/ 720080 h 720080"/>
                      <a:gd name="connsiteX7" fmla="*/ 0 w 720080"/>
                      <a:gd name="connsiteY7" fmla="*/ 367241 h 720080"/>
                      <a:gd name="connsiteX8" fmla="*/ 0 w 720080"/>
                      <a:gd name="connsiteY8" fmla="*/ 0 h 720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20080" h="720080" extrusionOk="0">
                        <a:moveTo>
                          <a:pt x="0" y="0"/>
                        </a:moveTo>
                        <a:cubicBezTo>
                          <a:pt x="138121" y="-26150"/>
                          <a:pt x="221164" y="38492"/>
                          <a:pt x="374442" y="0"/>
                        </a:cubicBezTo>
                        <a:cubicBezTo>
                          <a:pt x="527720" y="-38492"/>
                          <a:pt x="549662" y="981"/>
                          <a:pt x="720080" y="0"/>
                        </a:cubicBezTo>
                        <a:cubicBezTo>
                          <a:pt x="737523" y="125154"/>
                          <a:pt x="680019" y="201084"/>
                          <a:pt x="720080" y="352839"/>
                        </a:cubicBezTo>
                        <a:cubicBezTo>
                          <a:pt x="760141" y="504594"/>
                          <a:pt x="704368" y="607795"/>
                          <a:pt x="720080" y="720080"/>
                        </a:cubicBezTo>
                        <a:cubicBezTo>
                          <a:pt x="548760" y="746239"/>
                          <a:pt x="505963" y="708560"/>
                          <a:pt x="374442" y="720080"/>
                        </a:cubicBezTo>
                        <a:cubicBezTo>
                          <a:pt x="242921" y="731600"/>
                          <a:pt x="98659" y="695428"/>
                          <a:pt x="0" y="720080"/>
                        </a:cubicBezTo>
                        <a:cubicBezTo>
                          <a:pt x="-14258" y="564413"/>
                          <a:pt x="11185" y="489348"/>
                          <a:pt x="0" y="367241"/>
                        </a:cubicBezTo>
                        <a:cubicBezTo>
                          <a:pt x="-11185" y="245134"/>
                          <a:pt x="6458" y="17833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C4980-5F3C-8E09-F9B0-9FCD67686975}"/>
              </a:ext>
            </a:extLst>
          </p:cNvPr>
          <p:cNvSpPr txBox="1"/>
          <p:nvPr/>
        </p:nvSpPr>
        <p:spPr>
          <a:xfrm>
            <a:off x="7522000" y="3102698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95EF66-185C-3BCD-09A3-0C35132330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5232" y="2784111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8FC90-CC7B-0603-C865-374788C799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2" y="2966258"/>
            <a:ext cx="868680" cy="868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164E7F-8021-B5EB-22BB-569B2CC0073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641" y="3090686"/>
            <a:ext cx="914400" cy="91440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8FAB71-B898-0CB1-4DF9-7E391EB21C5A}"/>
              </a:ext>
            </a:extLst>
          </p:cNvPr>
          <p:cNvSpPr/>
          <p:nvPr/>
        </p:nvSpPr>
        <p:spPr>
          <a:xfrm>
            <a:off x="-135966" y="2598629"/>
            <a:ext cx="1584176" cy="1576605"/>
          </a:xfrm>
          <a:prstGeom prst="roundRect">
            <a:avLst/>
          </a:prstGeom>
          <a:noFill/>
          <a:ln>
            <a:extLst>
              <a:ext uri="{C807C97D-BFC1-408E-A445-0C87EB9F89A2}">
                <ask:lineSketchStyleProps xmlns:ask="http://schemas.microsoft.com/office/drawing/2018/sketchyshapes" sd="507984782">
                  <a:custGeom>
                    <a:avLst/>
                    <a:gdLst>
                      <a:gd name="connsiteX0" fmla="*/ 0 w 1584176"/>
                      <a:gd name="connsiteY0" fmla="*/ 262773 h 1576605"/>
                      <a:gd name="connsiteX1" fmla="*/ 262773 w 1584176"/>
                      <a:gd name="connsiteY1" fmla="*/ 0 h 1576605"/>
                      <a:gd name="connsiteX2" fmla="*/ 770915 w 1584176"/>
                      <a:gd name="connsiteY2" fmla="*/ 0 h 1576605"/>
                      <a:gd name="connsiteX3" fmla="*/ 1321403 w 1584176"/>
                      <a:gd name="connsiteY3" fmla="*/ 0 h 1576605"/>
                      <a:gd name="connsiteX4" fmla="*/ 1584176 w 1584176"/>
                      <a:gd name="connsiteY4" fmla="*/ 262773 h 1576605"/>
                      <a:gd name="connsiteX5" fmla="*/ 1584176 w 1584176"/>
                      <a:gd name="connsiteY5" fmla="*/ 777792 h 1576605"/>
                      <a:gd name="connsiteX6" fmla="*/ 1584176 w 1584176"/>
                      <a:gd name="connsiteY6" fmla="*/ 1313832 h 1576605"/>
                      <a:gd name="connsiteX7" fmla="*/ 1321403 w 1584176"/>
                      <a:gd name="connsiteY7" fmla="*/ 1576605 h 1576605"/>
                      <a:gd name="connsiteX8" fmla="*/ 823847 w 1584176"/>
                      <a:gd name="connsiteY8" fmla="*/ 1576605 h 1576605"/>
                      <a:gd name="connsiteX9" fmla="*/ 262773 w 1584176"/>
                      <a:gd name="connsiteY9" fmla="*/ 1576605 h 1576605"/>
                      <a:gd name="connsiteX10" fmla="*/ 0 w 1584176"/>
                      <a:gd name="connsiteY10" fmla="*/ 1313832 h 1576605"/>
                      <a:gd name="connsiteX11" fmla="*/ 0 w 1584176"/>
                      <a:gd name="connsiteY11" fmla="*/ 819834 h 1576605"/>
                      <a:gd name="connsiteX12" fmla="*/ 0 w 1584176"/>
                      <a:gd name="connsiteY12" fmla="*/ 262773 h 15766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584176" h="1576605" extrusionOk="0">
                        <a:moveTo>
                          <a:pt x="0" y="262773"/>
                        </a:moveTo>
                        <a:cubicBezTo>
                          <a:pt x="-16244" y="124427"/>
                          <a:pt x="95368" y="-18639"/>
                          <a:pt x="262773" y="0"/>
                        </a:cubicBezTo>
                        <a:cubicBezTo>
                          <a:pt x="490519" y="-4990"/>
                          <a:pt x="642457" y="20219"/>
                          <a:pt x="770915" y="0"/>
                        </a:cubicBezTo>
                        <a:cubicBezTo>
                          <a:pt x="899373" y="-20219"/>
                          <a:pt x="1088411" y="39969"/>
                          <a:pt x="1321403" y="0"/>
                        </a:cubicBezTo>
                        <a:cubicBezTo>
                          <a:pt x="1499910" y="-16162"/>
                          <a:pt x="1588979" y="114106"/>
                          <a:pt x="1584176" y="262773"/>
                        </a:cubicBezTo>
                        <a:cubicBezTo>
                          <a:pt x="1622317" y="427263"/>
                          <a:pt x="1541831" y="627630"/>
                          <a:pt x="1584176" y="777792"/>
                        </a:cubicBezTo>
                        <a:cubicBezTo>
                          <a:pt x="1626521" y="927954"/>
                          <a:pt x="1575073" y="1145742"/>
                          <a:pt x="1584176" y="1313832"/>
                        </a:cubicBezTo>
                        <a:cubicBezTo>
                          <a:pt x="1581913" y="1469620"/>
                          <a:pt x="1470890" y="1573837"/>
                          <a:pt x="1321403" y="1576605"/>
                        </a:cubicBezTo>
                        <a:cubicBezTo>
                          <a:pt x="1109654" y="1635510"/>
                          <a:pt x="937652" y="1564642"/>
                          <a:pt x="823847" y="1576605"/>
                        </a:cubicBezTo>
                        <a:cubicBezTo>
                          <a:pt x="710042" y="1588568"/>
                          <a:pt x="400746" y="1520594"/>
                          <a:pt x="262773" y="1576605"/>
                        </a:cubicBezTo>
                        <a:cubicBezTo>
                          <a:pt x="151787" y="1558907"/>
                          <a:pt x="12467" y="1465312"/>
                          <a:pt x="0" y="1313832"/>
                        </a:cubicBezTo>
                        <a:cubicBezTo>
                          <a:pt x="-1202" y="1133294"/>
                          <a:pt x="31808" y="930796"/>
                          <a:pt x="0" y="819834"/>
                        </a:cubicBezTo>
                        <a:cubicBezTo>
                          <a:pt x="-31808" y="708872"/>
                          <a:pt x="6307" y="538390"/>
                          <a:pt x="0" y="26277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7DB8BA-7C27-1825-B089-BAE098174D6C}"/>
              </a:ext>
            </a:extLst>
          </p:cNvPr>
          <p:cNvSpPr txBox="1"/>
          <p:nvPr/>
        </p:nvSpPr>
        <p:spPr>
          <a:xfrm>
            <a:off x="903699" y="193243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Targeting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0E79DE-86D8-9057-BEDF-B470AE4D2610}"/>
              </a:ext>
            </a:extLst>
          </p:cNvPr>
          <p:cNvCxnSpPr>
            <a:cxnSpLocks/>
          </p:cNvCxnSpPr>
          <p:nvPr/>
        </p:nvCxnSpPr>
        <p:spPr>
          <a:xfrm>
            <a:off x="1691680" y="1484784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24B05F5-2C04-6467-8DB0-134924AB4E41}"/>
              </a:ext>
            </a:extLst>
          </p:cNvPr>
          <p:cNvSpPr txBox="1"/>
          <p:nvPr/>
        </p:nvSpPr>
        <p:spPr bwMode="auto">
          <a:xfrm>
            <a:off x="2442571" y="48343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99B059-A517-D0B0-0331-204DF79B82D0}"/>
              </a:ext>
            </a:extLst>
          </p:cNvPr>
          <p:cNvCxnSpPr>
            <a:cxnSpLocks/>
          </p:cNvCxnSpPr>
          <p:nvPr/>
        </p:nvCxnSpPr>
        <p:spPr bwMode="auto">
          <a:xfrm flipV="1">
            <a:off x="3131840" y="852765"/>
            <a:ext cx="0" cy="632019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711F3C-D5A2-9DE4-43BC-8532E6D211DD}"/>
              </a:ext>
            </a:extLst>
          </p:cNvPr>
          <p:cNvSpPr txBox="1"/>
          <p:nvPr/>
        </p:nvSpPr>
        <p:spPr bwMode="auto">
          <a:xfrm>
            <a:off x="4421530" y="2053666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C71FB2-E376-E4F8-C8C4-4763F2CA2C58}"/>
              </a:ext>
            </a:extLst>
          </p:cNvPr>
          <p:cNvCxnSpPr>
            <a:cxnSpLocks/>
          </p:cNvCxnSpPr>
          <p:nvPr/>
        </p:nvCxnSpPr>
        <p:spPr bwMode="auto">
          <a:xfrm>
            <a:off x="4909263" y="1484784"/>
            <a:ext cx="0" cy="528379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4E3067B-541D-EFB5-BD92-FC907CDDBFA3}"/>
              </a:ext>
            </a:extLst>
          </p:cNvPr>
          <p:cNvSpPr txBox="1"/>
          <p:nvPr/>
        </p:nvSpPr>
        <p:spPr bwMode="auto">
          <a:xfrm>
            <a:off x="5960910" y="47313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PCI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2F4505-291A-ABC4-C5BF-46174CE92D7E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8051" y="999389"/>
            <a:ext cx="8635" cy="557403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72F0577-F4C7-5574-5379-1F368058362F}"/>
              </a:ext>
            </a:extLst>
          </p:cNvPr>
          <p:cNvSpPr txBox="1"/>
          <p:nvPr/>
        </p:nvSpPr>
        <p:spPr bwMode="auto">
          <a:xfrm>
            <a:off x="3035150" y="3505478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Regression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8190F5-CE9E-5988-8B51-77F3E5671FA1}"/>
              </a:ext>
            </a:extLst>
          </p:cNvPr>
          <p:cNvSpPr txBox="1"/>
          <p:nvPr/>
        </p:nvSpPr>
        <p:spPr bwMode="auto">
          <a:xfrm>
            <a:off x="1455345" y="2785284"/>
            <a:ext cx="2060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Crack, Pothole, Rutting…</a:t>
            </a:r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70099D71-9135-ECE1-59CD-3073E1518107}"/>
              </a:ext>
            </a:extLst>
          </p:cNvPr>
          <p:cNvSpPr/>
          <p:nvPr/>
        </p:nvSpPr>
        <p:spPr>
          <a:xfrm rot="16200000">
            <a:off x="2209825" y="2058276"/>
            <a:ext cx="219232" cy="1224136"/>
          </a:xfrm>
          <a:prstGeom prst="rightBrace">
            <a:avLst>
              <a:gd name="adj1" fmla="val 57631"/>
              <a:gd name="adj2" fmla="val 521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52BF88-492C-4CEF-7338-7C94068F615E}"/>
              </a:ext>
            </a:extLst>
          </p:cNvPr>
          <p:cNvSpPr txBox="1"/>
          <p:nvPr/>
        </p:nvSpPr>
        <p:spPr bwMode="auto">
          <a:xfrm>
            <a:off x="593513" y="1337596"/>
            <a:ext cx="44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851650-5839-ED3A-4B60-56E49C3C975A}"/>
              </a:ext>
            </a:extLst>
          </p:cNvPr>
          <p:cNvSpPr txBox="1"/>
          <p:nvPr/>
        </p:nvSpPr>
        <p:spPr bwMode="auto">
          <a:xfrm>
            <a:off x="1874524" y="3531006"/>
            <a:ext cx="6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8" name="U-Turn Arrow 1">
            <a:extLst>
              <a:ext uri="{FF2B5EF4-FFF2-40B4-BE49-F238E27FC236}">
                <a16:creationId xmlns:a16="http://schemas.microsoft.com/office/drawing/2014/main" id="{952C4B75-DCE1-ACE0-48D6-B8DB7400B90E}"/>
              </a:ext>
            </a:extLst>
          </p:cNvPr>
          <p:cNvSpPr/>
          <p:nvPr/>
        </p:nvSpPr>
        <p:spPr bwMode="auto">
          <a:xfrm>
            <a:off x="481731" y="1477850"/>
            <a:ext cx="7560840" cy="1461428"/>
          </a:xfrm>
          <a:custGeom>
            <a:avLst/>
            <a:gdLst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122389 w 6336704"/>
              <a:gd name="connsiteY14" fmla="*/ 2448272 h 2448272"/>
              <a:gd name="connsiteX15" fmla="*/ 0 w 6336704"/>
              <a:gd name="connsiteY15" fmla="*/ 2448272 h 2448272"/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52051 w 6336704"/>
              <a:gd name="connsiteY14" fmla="*/ 1252518 h 2448272"/>
              <a:gd name="connsiteX15" fmla="*/ 0 w 6336704"/>
              <a:gd name="connsiteY15" fmla="*/ 2448272 h 2448272"/>
              <a:gd name="connsiteX0" fmla="*/ 68580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68580 w 6336704"/>
              <a:gd name="connsiteY15" fmla="*/ 1242407 h 1790666"/>
              <a:gd name="connsiteX0" fmla="*/ 78556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78556 w 6336704"/>
              <a:gd name="connsiteY15" fmla="*/ 1242407 h 1790666"/>
              <a:gd name="connsiteX0" fmla="*/ 52051 w 6336704"/>
              <a:gd name="connsiteY0" fmla="*/ 125251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0" fmla="*/ 52051 w 6336704"/>
              <a:gd name="connsiteY0" fmla="*/ 123256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32568 h 179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36704" h="1790666">
                <a:moveTo>
                  <a:pt x="52051" y="1232568"/>
                </a:moveTo>
                <a:lnTo>
                  <a:pt x="0" y="1224136"/>
                </a:lnTo>
                <a:cubicBezTo>
                  <a:pt x="0" y="548064"/>
                  <a:pt x="548064" y="0"/>
                  <a:pt x="1224136" y="0"/>
                </a:cubicBezTo>
                <a:lnTo>
                  <a:pt x="5017220" y="0"/>
                </a:lnTo>
                <a:cubicBezTo>
                  <a:pt x="5693292" y="0"/>
                  <a:pt x="6241356" y="548064"/>
                  <a:pt x="6241356" y="1224136"/>
                </a:cubicBezTo>
                <a:lnTo>
                  <a:pt x="6241356" y="1224136"/>
                </a:lnTo>
                <a:lnTo>
                  <a:pt x="6336704" y="1224136"/>
                </a:lnTo>
                <a:lnTo>
                  <a:pt x="6180161" y="1790666"/>
                </a:lnTo>
                <a:lnTo>
                  <a:pt x="6023619" y="1224136"/>
                </a:lnTo>
                <a:lnTo>
                  <a:pt x="6118967" y="1224136"/>
                </a:lnTo>
                <a:lnTo>
                  <a:pt x="6118967" y="1224136"/>
                </a:lnTo>
                <a:cubicBezTo>
                  <a:pt x="6118967" y="615658"/>
                  <a:pt x="5625698" y="122389"/>
                  <a:pt x="5017220" y="122389"/>
                </a:cubicBezTo>
                <a:lnTo>
                  <a:pt x="1224136" y="122389"/>
                </a:lnTo>
                <a:cubicBezTo>
                  <a:pt x="615658" y="122389"/>
                  <a:pt x="122389" y="615658"/>
                  <a:pt x="122389" y="1224136"/>
                </a:cubicBezTo>
                <a:lnTo>
                  <a:pt x="52051" y="1232568"/>
                </a:lnTo>
                <a:close/>
              </a:path>
            </a:pathLst>
          </a:cu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 sd="1562125877">
                  <a:custGeom>
                    <a:avLst/>
                    <a:gdLst>
                      <a:gd name="connsiteX0" fmla="*/ 62106 w 7560840"/>
                      <a:gd name="connsiteY0" fmla="*/ 1005943 h 1461428"/>
                      <a:gd name="connsiteX1" fmla="*/ 0 w 7560840"/>
                      <a:gd name="connsiteY1" fmla="*/ 999062 h 1461428"/>
                      <a:gd name="connsiteX2" fmla="*/ 1460616 w 7560840"/>
                      <a:gd name="connsiteY2" fmla="*/ 0 h 1461428"/>
                      <a:gd name="connsiteX3" fmla="*/ 2026346 w 7560840"/>
                      <a:gd name="connsiteY3" fmla="*/ 0 h 1461428"/>
                      <a:gd name="connsiteX4" fmla="*/ 2592076 w 7560840"/>
                      <a:gd name="connsiteY4" fmla="*/ 0 h 1461428"/>
                      <a:gd name="connsiteX5" fmla="*/ 3112547 w 7560840"/>
                      <a:gd name="connsiteY5" fmla="*/ 0 h 1461428"/>
                      <a:gd name="connsiteX6" fmla="*/ 3768794 w 7560840"/>
                      <a:gd name="connsiteY6" fmla="*/ 0 h 1461428"/>
                      <a:gd name="connsiteX7" fmla="*/ 4379782 w 7560840"/>
                      <a:gd name="connsiteY7" fmla="*/ 0 h 1461428"/>
                      <a:gd name="connsiteX8" fmla="*/ 4945512 w 7560840"/>
                      <a:gd name="connsiteY8" fmla="*/ 0 h 1461428"/>
                      <a:gd name="connsiteX9" fmla="*/ 5986455 w 7560840"/>
                      <a:gd name="connsiteY9" fmla="*/ 0 h 1461428"/>
                      <a:gd name="connsiteX10" fmla="*/ 7447072 w 7560840"/>
                      <a:gd name="connsiteY10" fmla="*/ 999062 h 1461428"/>
                      <a:gd name="connsiteX11" fmla="*/ 7447072 w 7560840"/>
                      <a:gd name="connsiteY11" fmla="*/ 999062 h 1461428"/>
                      <a:gd name="connsiteX12" fmla="*/ 7560840 w 7560840"/>
                      <a:gd name="connsiteY12" fmla="*/ 999062 h 1461428"/>
                      <a:gd name="connsiteX13" fmla="*/ 7374055 w 7560840"/>
                      <a:gd name="connsiteY13" fmla="*/ 1461428 h 1461428"/>
                      <a:gd name="connsiteX14" fmla="*/ 7187272 w 7560840"/>
                      <a:gd name="connsiteY14" fmla="*/ 999062 h 1461428"/>
                      <a:gd name="connsiteX15" fmla="*/ 7301040 w 7560840"/>
                      <a:gd name="connsiteY15" fmla="*/ 999062 h 1461428"/>
                      <a:gd name="connsiteX16" fmla="*/ 7301040 w 7560840"/>
                      <a:gd name="connsiteY16" fmla="*/ 999062 h 1461428"/>
                      <a:gd name="connsiteX17" fmla="*/ 5986455 w 7560840"/>
                      <a:gd name="connsiteY17" fmla="*/ 99886 h 1461428"/>
                      <a:gd name="connsiteX18" fmla="*/ 5330208 w 7560840"/>
                      <a:gd name="connsiteY18" fmla="*/ 99886 h 1461428"/>
                      <a:gd name="connsiteX19" fmla="*/ 4764478 w 7560840"/>
                      <a:gd name="connsiteY19" fmla="*/ 99886 h 1461428"/>
                      <a:gd name="connsiteX20" fmla="*/ 4198749 w 7560840"/>
                      <a:gd name="connsiteY20" fmla="*/ 99886 h 1461428"/>
                      <a:gd name="connsiteX21" fmla="*/ 3542502 w 7560840"/>
                      <a:gd name="connsiteY21" fmla="*/ 99886 h 1461428"/>
                      <a:gd name="connsiteX22" fmla="*/ 2886255 w 7560840"/>
                      <a:gd name="connsiteY22" fmla="*/ 99886 h 1461428"/>
                      <a:gd name="connsiteX23" fmla="*/ 2365784 w 7560840"/>
                      <a:gd name="connsiteY23" fmla="*/ 99886 h 1461428"/>
                      <a:gd name="connsiteX24" fmla="*/ 1460616 w 7560840"/>
                      <a:gd name="connsiteY24" fmla="*/ 99886 h 1461428"/>
                      <a:gd name="connsiteX25" fmla="*/ 146032 w 7560840"/>
                      <a:gd name="connsiteY25" fmla="*/ 999062 h 1461428"/>
                      <a:gd name="connsiteX26" fmla="*/ 62106 w 7560840"/>
                      <a:gd name="connsiteY26" fmla="*/ 1005943 h 1461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560840" h="1461428" extrusionOk="0">
                        <a:moveTo>
                          <a:pt x="62106" y="1005943"/>
                        </a:moveTo>
                        <a:cubicBezTo>
                          <a:pt x="35816" y="1005679"/>
                          <a:pt x="21114" y="996219"/>
                          <a:pt x="0" y="999062"/>
                        </a:cubicBezTo>
                        <a:cubicBezTo>
                          <a:pt x="-53072" y="632651"/>
                          <a:pt x="652390" y="57938"/>
                          <a:pt x="1460616" y="0"/>
                        </a:cubicBezTo>
                        <a:cubicBezTo>
                          <a:pt x="1703730" y="-45619"/>
                          <a:pt x="1848664" y="35896"/>
                          <a:pt x="2026346" y="0"/>
                        </a:cubicBezTo>
                        <a:cubicBezTo>
                          <a:pt x="2204028" y="-35896"/>
                          <a:pt x="2395777" y="13457"/>
                          <a:pt x="2592076" y="0"/>
                        </a:cubicBezTo>
                        <a:cubicBezTo>
                          <a:pt x="2788375" y="-13457"/>
                          <a:pt x="2901068" y="11008"/>
                          <a:pt x="3112547" y="0"/>
                        </a:cubicBezTo>
                        <a:cubicBezTo>
                          <a:pt x="3324026" y="-11008"/>
                          <a:pt x="3490665" y="3628"/>
                          <a:pt x="3768794" y="0"/>
                        </a:cubicBezTo>
                        <a:cubicBezTo>
                          <a:pt x="4046923" y="-3628"/>
                          <a:pt x="4195627" y="53516"/>
                          <a:pt x="4379782" y="0"/>
                        </a:cubicBezTo>
                        <a:cubicBezTo>
                          <a:pt x="4563937" y="-53516"/>
                          <a:pt x="4762089" y="37799"/>
                          <a:pt x="4945512" y="0"/>
                        </a:cubicBezTo>
                        <a:cubicBezTo>
                          <a:pt x="5128935" y="-37799"/>
                          <a:pt x="5774577" y="122941"/>
                          <a:pt x="5986455" y="0"/>
                        </a:cubicBezTo>
                        <a:cubicBezTo>
                          <a:pt x="6809671" y="1542"/>
                          <a:pt x="7525917" y="587003"/>
                          <a:pt x="7447072" y="999062"/>
                        </a:cubicBezTo>
                        <a:lnTo>
                          <a:pt x="7447072" y="999062"/>
                        </a:lnTo>
                        <a:cubicBezTo>
                          <a:pt x="7501006" y="998483"/>
                          <a:pt x="7510234" y="1003489"/>
                          <a:pt x="7560840" y="999062"/>
                        </a:cubicBezTo>
                        <a:cubicBezTo>
                          <a:pt x="7502199" y="1161551"/>
                          <a:pt x="7385493" y="1317671"/>
                          <a:pt x="7374055" y="1461428"/>
                        </a:cubicBezTo>
                        <a:cubicBezTo>
                          <a:pt x="7277908" y="1317220"/>
                          <a:pt x="7307813" y="1206517"/>
                          <a:pt x="7187272" y="999062"/>
                        </a:cubicBezTo>
                        <a:cubicBezTo>
                          <a:pt x="7216041" y="988485"/>
                          <a:pt x="7255079" y="1006119"/>
                          <a:pt x="7301040" y="999062"/>
                        </a:cubicBezTo>
                        <a:lnTo>
                          <a:pt x="7301040" y="999062"/>
                        </a:lnTo>
                        <a:cubicBezTo>
                          <a:pt x="7102253" y="564013"/>
                          <a:pt x="6708786" y="65574"/>
                          <a:pt x="5986455" y="99886"/>
                        </a:cubicBezTo>
                        <a:cubicBezTo>
                          <a:pt x="5853736" y="157147"/>
                          <a:pt x="5559338" y="78435"/>
                          <a:pt x="5330208" y="99886"/>
                        </a:cubicBezTo>
                        <a:cubicBezTo>
                          <a:pt x="5101078" y="121337"/>
                          <a:pt x="4926330" y="61264"/>
                          <a:pt x="4764478" y="99886"/>
                        </a:cubicBezTo>
                        <a:cubicBezTo>
                          <a:pt x="4602626" y="138508"/>
                          <a:pt x="4481612" y="76368"/>
                          <a:pt x="4198749" y="99886"/>
                        </a:cubicBezTo>
                        <a:cubicBezTo>
                          <a:pt x="3915886" y="123404"/>
                          <a:pt x="3851945" y="31306"/>
                          <a:pt x="3542502" y="99886"/>
                        </a:cubicBezTo>
                        <a:cubicBezTo>
                          <a:pt x="3233059" y="168466"/>
                          <a:pt x="3118251" y="44510"/>
                          <a:pt x="2886255" y="99886"/>
                        </a:cubicBezTo>
                        <a:cubicBezTo>
                          <a:pt x="2654259" y="155262"/>
                          <a:pt x="2483773" y="85228"/>
                          <a:pt x="2365784" y="99886"/>
                        </a:cubicBezTo>
                        <a:cubicBezTo>
                          <a:pt x="2247795" y="114544"/>
                          <a:pt x="1699656" y="-481"/>
                          <a:pt x="1460616" y="99886"/>
                        </a:cubicBezTo>
                        <a:cubicBezTo>
                          <a:pt x="715151" y="34220"/>
                          <a:pt x="158341" y="485655"/>
                          <a:pt x="146032" y="999062"/>
                        </a:cubicBezTo>
                        <a:cubicBezTo>
                          <a:pt x="117175" y="1003350"/>
                          <a:pt x="98811" y="1000271"/>
                          <a:pt x="62106" y="100594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70DF66-50A8-A5D0-5B3D-7AC7D8789562}"/>
              </a:ext>
            </a:extLst>
          </p:cNvPr>
          <p:cNvSpPr txBox="1"/>
          <p:nvPr/>
        </p:nvSpPr>
        <p:spPr bwMode="auto">
          <a:xfrm>
            <a:off x="1014793" y="4566854"/>
            <a:ext cx="6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938D43-BD90-66C0-D9FB-6741A7853D18}"/>
              </a:ext>
            </a:extLst>
          </p:cNvPr>
          <p:cNvSpPr txBox="1"/>
          <p:nvPr/>
        </p:nvSpPr>
        <p:spPr bwMode="auto">
          <a:xfrm>
            <a:off x="1950703" y="4751520"/>
            <a:ext cx="4576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inspections according to ASTM D6433</a:t>
            </a:r>
          </a:p>
        </p:txBody>
      </p:sp>
    </p:spTree>
    <p:extLst>
      <p:ext uri="{BB962C8B-B14F-4D97-AF65-F5344CB8AC3E}">
        <p14:creationId xmlns:p14="http://schemas.microsoft.com/office/powerpoint/2010/main" val="404841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U-Turn Arrow 1">
            <a:extLst>
              <a:ext uri="{FF2B5EF4-FFF2-40B4-BE49-F238E27FC236}">
                <a16:creationId xmlns:a16="http://schemas.microsoft.com/office/drawing/2014/main" id="{CB6CA2BE-A47A-C442-9D0A-9B5496751D51}"/>
              </a:ext>
            </a:extLst>
          </p:cNvPr>
          <p:cNvSpPr/>
          <p:nvPr/>
        </p:nvSpPr>
        <p:spPr>
          <a:xfrm flipV="1">
            <a:off x="481731" y="3803542"/>
            <a:ext cx="7560840" cy="1461427"/>
          </a:xfrm>
          <a:custGeom>
            <a:avLst/>
            <a:gdLst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122389 w 6336704"/>
              <a:gd name="connsiteY14" fmla="*/ 2448272 h 2448272"/>
              <a:gd name="connsiteX15" fmla="*/ 0 w 6336704"/>
              <a:gd name="connsiteY15" fmla="*/ 2448272 h 2448272"/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52051 w 6336704"/>
              <a:gd name="connsiteY14" fmla="*/ 1252518 h 2448272"/>
              <a:gd name="connsiteX15" fmla="*/ 0 w 6336704"/>
              <a:gd name="connsiteY15" fmla="*/ 2448272 h 2448272"/>
              <a:gd name="connsiteX0" fmla="*/ 68580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68580 w 6336704"/>
              <a:gd name="connsiteY15" fmla="*/ 1242407 h 1790666"/>
              <a:gd name="connsiteX0" fmla="*/ 78556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78556 w 6336704"/>
              <a:gd name="connsiteY15" fmla="*/ 1242407 h 1790666"/>
              <a:gd name="connsiteX0" fmla="*/ 52051 w 6336704"/>
              <a:gd name="connsiteY0" fmla="*/ 125251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0" fmla="*/ 52051 w 6336704"/>
              <a:gd name="connsiteY0" fmla="*/ 123256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32568 h 179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36704" h="1790666">
                <a:moveTo>
                  <a:pt x="52051" y="1232568"/>
                </a:moveTo>
                <a:lnTo>
                  <a:pt x="0" y="1224136"/>
                </a:lnTo>
                <a:cubicBezTo>
                  <a:pt x="0" y="548064"/>
                  <a:pt x="548064" y="0"/>
                  <a:pt x="1224136" y="0"/>
                </a:cubicBezTo>
                <a:lnTo>
                  <a:pt x="5017220" y="0"/>
                </a:lnTo>
                <a:cubicBezTo>
                  <a:pt x="5693292" y="0"/>
                  <a:pt x="6241356" y="548064"/>
                  <a:pt x="6241356" y="1224136"/>
                </a:cubicBezTo>
                <a:lnTo>
                  <a:pt x="6241356" y="1224136"/>
                </a:lnTo>
                <a:lnTo>
                  <a:pt x="6336704" y="1224136"/>
                </a:lnTo>
                <a:lnTo>
                  <a:pt x="6180161" y="1790666"/>
                </a:lnTo>
                <a:lnTo>
                  <a:pt x="6023619" y="1224136"/>
                </a:lnTo>
                <a:lnTo>
                  <a:pt x="6118967" y="1224136"/>
                </a:lnTo>
                <a:lnTo>
                  <a:pt x="6118967" y="1224136"/>
                </a:lnTo>
                <a:cubicBezTo>
                  <a:pt x="6118967" y="615658"/>
                  <a:pt x="5625698" y="122389"/>
                  <a:pt x="5017220" y="122389"/>
                </a:cubicBezTo>
                <a:lnTo>
                  <a:pt x="1224136" y="122389"/>
                </a:lnTo>
                <a:cubicBezTo>
                  <a:pt x="615658" y="122389"/>
                  <a:pt x="122389" y="615658"/>
                  <a:pt x="122389" y="1224136"/>
                </a:cubicBezTo>
                <a:lnTo>
                  <a:pt x="52051" y="1232568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562125877">
                  <a:custGeom>
                    <a:avLst/>
                    <a:gdLst>
                      <a:gd name="connsiteX0" fmla="*/ 62106 w 7560840"/>
                      <a:gd name="connsiteY0" fmla="*/ 1005943 h 1461428"/>
                      <a:gd name="connsiteX1" fmla="*/ 0 w 7560840"/>
                      <a:gd name="connsiteY1" fmla="*/ 999062 h 1461428"/>
                      <a:gd name="connsiteX2" fmla="*/ 1460616 w 7560840"/>
                      <a:gd name="connsiteY2" fmla="*/ 0 h 1461428"/>
                      <a:gd name="connsiteX3" fmla="*/ 2026346 w 7560840"/>
                      <a:gd name="connsiteY3" fmla="*/ 0 h 1461428"/>
                      <a:gd name="connsiteX4" fmla="*/ 2592076 w 7560840"/>
                      <a:gd name="connsiteY4" fmla="*/ 0 h 1461428"/>
                      <a:gd name="connsiteX5" fmla="*/ 3112547 w 7560840"/>
                      <a:gd name="connsiteY5" fmla="*/ 0 h 1461428"/>
                      <a:gd name="connsiteX6" fmla="*/ 3768794 w 7560840"/>
                      <a:gd name="connsiteY6" fmla="*/ 0 h 1461428"/>
                      <a:gd name="connsiteX7" fmla="*/ 4379782 w 7560840"/>
                      <a:gd name="connsiteY7" fmla="*/ 0 h 1461428"/>
                      <a:gd name="connsiteX8" fmla="*/ 4945512 w 7560840"/>
                      <a:gd name="connsiteY8" fmla="*/ 0 h 1461428"/>
                      <a:gd name="connsiteX9" fmla="*/ 5986455 w 7560840"/>
                      <a:gd name="connsiteY9" fmla="*/ 0 h 1461428"/>
                      <a:gd name="connsiteX10" fmla="*/ 7447072 w 7560840"/>
                      <a:gd name="connsiteY10" fmla="*/ 999062 h 1461428"/>
                      <a:gd name="connsiteX11" fmla="*/ 7447072 w 7560840"/>
                      <a:gd name="connsiteY11" fmla="*/ 999062 h 1461428"/>
                      <a:gd name="connsiteX12" fmla="*/ 7560840 w 7560840"/>
                      <a:gd name="connsiteY12" fmla="*/ 999062 h 1461428"/>
                      <a:gd name="connsiteX13" fmla="*/ 7374055 w 7560840"/>
                      <a:gd name="connsiteY13" fmla="*/ 1461428 h 1461428"/>
                      <a:gd name="connsiteX14" fmla="*/ 7187272 w 7560840"/>
                      <a:gd name="connsiteY14" fmla="*/ 999062 h 1461428"/>
                      <a:gd name="connsiteX15" fmla="*/ 7301040 w 7560840"/>
                      <a:gd name="connsiteY15" fmla="*/ 999062 h 1461428"/>
                      <a:gd name="connsiteX16" fmla="*/ 7301040 w 7560840"/>
                      <a:gd name="connsiteY16" fmla="*/ 999062 h 1461428"/>
                      <a:gd name="connsiteX17" fmla="*/ 5986455 w 7560840"/>
                      <a:gd name="connsiteY17" fmla="*/ 99886 h 1461428"/>
                      <a:gd name="connsiteX18" fmla="*/ 5330208 w 7560840"/>
                      <a:gd name="connsiteY18" fmla="*/ 99886 h 1461428"/>
                      <a:gd name="connsiteX19" fmla="*/ 4764478 w 7560840"/>
                      <a:gd name="connsiteY19" fmla="*/ 99886 h 1461428"/>
                      <a:gd name="connsiteX20" fmla="*/ 4198749 w 7560840"/>
                      <a:gd name="connsiteY20" fmla="*/ 99886 h 1461428"/>
                      <a:gd name="connsiteX21" fmla="*/ 3542502 w 7560840"/>
                      <a:gd name="connsiteY21" fmla="*/ 99886 h 1461428"/>
                      <a:gd name="connsiteX22" fmla="*/ 2886255 w 7560840"/>
                      <a:gd name="connsiteY22" fmla="*/ 99886 h 1461428"/>
                      <a:gd name="connsiteX23" fmla="*/ 2365784 w 7560840"/>
                      <a:gd name="connsiteY23" fmla="*/ 99886 h 1461428"/>
                      <a:gd name="connsiteX24" fmla="*/ 1460616 w 7560840"/>
                      <a:gd name="connsiteY24" fmla="*/ 99886 h 1461428"/>
                      <a:gd name="connsiteX25" fmla="*/ 146032 w 7560840"/>
                      <a:gd name="connsiteY25" fmla="*/ 999062 h 1461428"/>
                      <a:gd name="connsiteX26" fmla="*/ 62106 w 7560840"/>
                      <a:gd name="connsiteY26" fmla="*/ 1005943 h 1461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560840" h="1461428" extrusionOk="0">
                        <a:moveTo>
                          <a:pt x="62106" y="1005943"/>
                        </a:moveTo>
                        <a:cubicBezTo>
                          <a:pt x="35816" y="1005679"/>
                          <a:pt x="21114" y="996219"/>
                          <a:pt x="0" y="999062"/>
                        </a:cubicBezTo>
                        <a:cubicBezTo>
                          <a:pt x="-53072" y="632651"/>
                          <a:pt x="652390" y="57938"/>
                          <a:pt x="1460616" y="0"/>
                        </a:cubicBezTo>
                        <a:cubicBezTo>
                          <a:pt x="1703730" y="-45619"/>
                          <a:pt x="1848664" y="35896"/>
                          <a:pt x="2026346" y="0"/>
                        </a:cubicBezTo>
                        <a:cubicBezTo>
                          <a:pt x="2204028" y="-35896"/>
                          <a:pt x="2395777" y="13457"/>
                          <a:pt x="2592076" y="0"/>
                        </a:cubicBezTo>
                        <a:cubicBezTo>
                          <a:pt x="2788375" y="-13457"/>
                          <a:pt x="2901068" y="11008"/>
                          <a:pt x="3112547" y="0"/>
                        </a:cubicBezTo>
                        <a:cubicBezTo>
                          <a:pt x="3324026" y="-11008"/>
                          <a:pt x="3490665" y="3628"/>
                          <a:pt x="3768794" y="0"/>
                        </a:cubicBezTo>
                        <a:cubicBezTo>
                          <a:pt x="4046923" y="-3628"/>
                          <a:pt x="4195627" y="53516"/>
                          <a:pt x="4379782" y="0"/>
                        </a:cubicBezTo>
                        <a:cubicBezTo>
                          <a:pt x="4563937" y="-53516"/>
                          <a:pt x="4762089" y="37799"/>
                          <a:pt x="4945512" y="0"/>
                        </a:cubicBezTo>
                        <a:cubicBezTo>
                          <a:pt x="5128935" y="-37799"/>
                          <a:pt x="5774577" y="122941"/>
                          <a:pt x="5986455" y="0"/>
                        </a:cubicBezTo>
                        <a:cubicBezTo>
                          <a:pt x="6809671" y="1542"/>
                          <a:pt x="7525917" y="587003"/>
                          <a:pt x="7447072" y="999062"/>
                        </a:cubicBezTo>
                        <a:lnTo>
                          <a:pt x="7447072" y="999062"/>
                        </a:lnTo>
                        <a:cubicBezTo>
                          <a:pt x="7501006" y="998483"/>
                          <a:pt x="7510234" y="1003489"/>
                          <a:pt x="7560840" y="999062"/>
                        </a:cubicBezTo>
                        <a:cubicBezTo>
                          <a:pt x="7502199" y="1161551"/>
                          <a:pt x="7385493" y="1317671"/>
                          <a:pt x="7374055" y="1461428"/>
                        </a:cubicBezTo>
                        <a:cubicBezTo>
                          <a:pt x="7277908" y="1317220"/>
                          <a:pt x="7307813" y="1206517"/>
                          <a:pt x="7187272" y="999062"/>
                        </a:cubicBezTo>
                        <a:cubicBezTo>
                          <a:pt x="7216041" y="988485"/>
                          <a:pt x="7255079" y="1006119"/>
                          <a:pt x="7301040" y="999062"/>
                        </a:cubicBezTo>
                        <a:lnTo>
                          <a:pt x="7301040" y="999062"/>
                        </a:lnTo>
                        <a:cubicBezTo>
                          <a:pt x="7102253" y="564013"/>
                          <a:pt x="6708786" y="65574"/>
                          <a:pt x="5986455" y="99886"/>
                        </a:cubicBezTo>
                        <a:cubicBezTo>
                          <a:pt x="5853736" y="157147"/>
                          <a:pt x="5559338" y="78435"/>
                          <a:pt x="5330208" y="99886"/>
                        </a:cubicBezTo>
                        <a:cubicBezTo>
                          <a:pt x="5101078" y="121337"/>
                          <a:pt x="4926330" y="61264"/>
                          <a:pt x="4764478" y="99886"/>
                        </a:cubicBezTo>
                        <a:cubicBezTo>
                          <a:pt x="4602626" y="138508"/>
                          <a:pt x="4481612" y="76368"/>
                          <a:pt x="4198749" y="99886"/>
                        </a:cubicBezTo>
                        <a:cubicBezTo>
                          <a:pt x="3915886" y="123404"/>
                          <a:pt x="3851945" y="31306"/>
                          <a:pt x="3542502" y="99886"/>
                        </a:cubicBezTo>
                        <a:cubicBezTo>
                          <a:pt x="3233059" y="168466"/>
                          <a:pt x="3118251" y="44510"/>
                          <a:pt x="2886255" y="99886"/>
                        </a:cubicBezTo>
                        <a:cubicBezTo>
                          <a:pt x="2654259" y="155262"/>
                          <a:pt x="2483773" y="85228"/>
                          <a:pt x="2365784" y="99886"/>
                        </a:cubicBezTo>
                        <a:cubicBezTo>
                          <a:pt x="2247795" y="114544"/>
                          <a:pt x="1699656" y="-481"/>
                          <a:pt x="1460616" y="99886"/>
                        </a:cubicBezTo>
                        <a:cubicBezTo>
                          <a:pt x="715151" y="34220"/>
                          <a:pt x="158341" y="485655"/>
                          <a:pt x="146032" y="999062"/>
                        </a:cubicBezTo>
                        <a:cubicBezTo>
                          <a:pt x="117175" y="1003350"/>
                          <a:pt x="98811" y="1000271"/>
                          <a:pt x="62106" y="100594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50A17277-8C1B-F3E8-A578-B68369557258}"/>
              </a:ext>
            </a:extLst>
          </p:cNvPr>
          <p:cNvSpPr/>
          <p:nvPr/>
        </p:nvSpPr>
        <p:spPr>
          <a:xfrm>
            <a:off x="1648290" y="3212976"/>
            <a:ext cx="5454567" cy="320250"/>
          </a:xfrm>
          <a:prstGeom prst="rightArrow">
            <a:avLst>
              <a:gd name="adj1" fmla="val 50000"/>
              <a:gd name="adj2" fmla="val 18284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9CD95-07CC-D34A-6AEE-2623658B4A25}"/>
              </a:ext>
            </a:extLst>
          </p:cNvPr>
          <p:cNvSpPr/>
          <p:nvPr/>
        </p:nvSpPr>
        <p:spPr>
          <a:xfrm>
            <a:off x="7493942" y="3013752"/>
            <a:ext cx="720080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86837363">
                  <a:custGeom>
                    <a:avLst/>
                    <a:gdLst>
                      <a:gd name="connsiteX0" fmla="*/ 0 w 720080"/>
                      <a:gd name="connsiteY0" fmla="*/ 0 h 720080"/>
                      <a:gd name="connsiteX1" fmla="*/ 374442 w 720080"/>
                      <a:gd name="connsiteY1" fmla="*/ 0 h 720080"/>
                      <a:gd name="connsiteX2" fmla="*/ 720080 w 720080"/>
                      <a:gd name="connsiteY2" fmla="*/ 0 h 720080"/>
                      <a:gd name="connsiteX3" fmla="*/ 720080 w 720080"/>
                      <a:gd name="connsiteY3" fmla="*/ 352839 h 720080"/>
                      <a:gd name="connsiteX4" fmla="*/ 720080 w 720080"/>
                      <a:gd name="connsiteY4" fmla="*/ 720080 h 720080"/>
                      <a:gd name="connsiteX5" fmla="*/ 374442 w 720080"/>
                      <a:gd name="connsiteY5" fmla="*/ 720080 h 720080"/>
                      <a:gd name="connsiteX6" fmla="*/ 0 w 720080"/>
                      <a:gd name="connsiteY6" fmla="*/ 720080 h 720080"/>
                      <a:gd name="connsiteX7" fmla="*/ 0 w 720080"/>
                      <a:gd name="connsiteY7" fmla="*/ 367241 h 720080"/>
                      <a:gd name="connsiteX8" fmla="*/ 0 w 720080"/>
                      <a:gd name="connsiteY8" fmla="*/ 0 h 720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20080" h="720080" extrusionOk="0">
                        <a:moveTo>
                          <a:pt x="0" y="0"/>
                        </a:moveTo>
                        <a:cubicBezTo>
                          <a:pt x="138121" y="-26150"/>
                          <a:pt x="221164" y="38492"/>
                          <a:pt x="374442" y="0"/>
                        </a:cubicBezTo>
                        <a:cubicBezTo>
                          <a:pt x="527720" y="-38492"/>
                          <a:pt x="549662" y="981"/>
                          <a:pt x="720080" y="0"/>
                        </a:cubicBezTo>
                        <a:cubicBezTo>
                          <a:pt x="737523" y="125154"/>
                          <a:pt x="680019" y="201084"/>
                          <a:pt x="720080" y="352839"/>
                        </a:cubicBezTo>
                        <a:cubicBezTo>
                          <a:pt x="760141" y="504594"/>
                          <a:pt x="704368" y="607795"/>
                          <a:pt x="720080" y="720080"/>
                        </a:cubicBezTo>
                        <a:cubicBezTo>
                          <a:pt x="548760" y="746239"/>
                          <a:pt x="505963" y="708560"/>
                          <a:pt x="374442" y="720080"/>
                        </a:cubicBezTo>
                        <a:cubicBezTo>
                          <a:pt x="242921" y="731600"/>
                          <a:pt x="98659" y="695428"/>
                          <a:pt x="0" y="720080"/>
                        </a:cubicBezTo>
                        <a:cubicBezTo>
                          <a:pt x="-14258" y="564413"/>
                          <a:pt x="11185" y="489348"/>
                          <a:pt x="0" y="367241"/>
                        </a:cubicBezTo>
                        <a:cubicBezTo>
                          <a:pt x="-11185" y="245134"/>
                          <a:pt x="6458" y="17833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C4980-5F3C-8E09-F9B0-9FCD67686975}"/>
              </a:ext>
            </a:extLst>
          </p:cNvPr>
          <p:cNvSpPr txBox="1"/>
          <p:nvPr/>
        </p:nvSpPr>
        <p:spPr>
          <a:xfrm>
            <a:off x="7522000" y="3143072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95EF66-185C-3BCD-09A3-0C35132330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5232" y="2784111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8FC90-CC7B-0603-C865-374788C799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2" y="2966258"/>
            <a:ext cx="868680" cy="868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164E7F-8021-B5EB-22BB-569B2CC0073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641" y="3090686"/>
            <a:ext cx="914400" cy="91440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8FAB71-B898-0CB1-4DF9-7E391EB21C5A}"/>
              </a:ext>
            </a:extLst>
          </p:cNvPr>
          <p:cNvSpPr/>
          <p:nvPr/>
        </p:nvSpPr>
        <p:spPr>
          <a:xfrm>
            <a:off x="-135966" y="2598629"/>
            <a:ext cx="1584176" cy="1576605"/>
          </a:xfrm>
          <a:prstGeom prst="roundRect">
            <a:avLst/>
          </a:prstGeom>
          <a:noFill/>
          <a:ln>
            <a:extLst>
              <a:ext uri="{C807C97D-BFC1-408E-A445-0C87EB9F89A2}">
                <ask:lineSketchStyleProps xmlns:ask="http://schemas.microsoft.com/office/drawing/2018/sketchyshapes" sd="507984782">
                  <a:custGeom>
                    <a:avLst/>
                    <a:gdLst>
                      <a:gd name="connsiteX0" fmla="*/ 0 w 1584176"/>
                      <a:gd name="connsiteY0" fmla="*/ 262773 h 1576605"/>
                      <a:gd name="connsiteX1" fmla="*/ 262773 w 1584176"/>
                      <a:gd name="connsiteY1" fmla="*/ 0 h 1576605"/>
                      <a:gd name="connsiteX2" fmla="*/ 770915 w 1584176"/>
                      <a:gd name="connsiteY2" fmla="*/ 0 h 1576605"/>
                      <a:gd name="connsiteX3" fmla="*/ 1321403 w 1584176"/>
                      <a:gd name="connsiteY3" fmla="*/ 0 h 1576605"/>
                      <a:gd name="connsiteX4" fmla="*/ 1584176 w 1584176"/>
                      <a:gd name="connsiteY4" fmla="*/ 262773 h 1576605"/>
                      <a:gd name="connsiteX5" fmla="*/ 1584176 w 1584176"/>
                      <a:gd name="connsiteY5" fmla="*/ 777792 h 1576605"/>
                      <a:gd name="connsiteX6" fmla="*/ 1584176 w 1584176"/>
                      <a:gd name="connsiteY6" fmla="*/ 1313832 h 1576605"/>
                      <a:gd name="connsiteX7" fmla="*/ 1321403 w 1584176"/>
                      <a:gd name="connsiteY7" fmla="*/ 1576605 h 1576605"/>
                      <a:gd name="connsiteX8" fmla="*/ 823847 w 1584176"/>
                      <a:gd name="connsiteY8" fmla="*/ 1576605 h 1576605"/>
                      <a:gd name="connsiteX9" fmla="*/ 262773 w 1584176"/>
                      <a:gd name="connsiteY9" fmla="*/ 1576605 h 1576605"/>
                      <a:gd name="connsiteX10" fmla="*/ 0 w 1584176"/>
                      <a:gd name="connsiteY10" fmla="*/ 1313832 h 1576605"/>
                      <a:gd name="connsiteX11" fmla="*/ 0 w 1584176"/>
                      <a:gd name="connsiteY11" fmla="*/ 819834 h 1576605"/>
                      <a:gd name="connsiteX12" fmla="*/ 0 w 1584176"/>
                      <a:gd name="connsiteY12" fmla="*/ 262773 h 15766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584176" h="1576605" extrusionOk="0">
                        <a:moveTo>
                          <a:pt x="0" y="262773"/>
                        </a:moveTo>
                        <a:cubicBezTo>
                          <a:pt x="-16244" y="124427"/>
                          <a:pt x="95368" y="-18639"/>
                          <a:pt x="262773" y="0"/>
                        </a:cubicBezTo>
                        <a:cubicBezTo>
                          <a:pt x="490519" y="-4990"/>
                          <a:pt x="642457" y="20219"/>
                          <a:pt x="770915" y="0"/>
                        </a:cubicBezTo>
                        <a:cubicBezTo>
                          <a:pt x="899373" y="-20219"/>
                          <a:pt x="1088411" y="39969"/>
                          <a:pt x="1321403" y="0"/>
                        </a:cubicBezTo>
                        <a:cubicBezTo>
                          <a:pt x="1499910" y="-16162"/>
                          <a:pt x="1588979" y="114106"/>
                          <a:pt x="1584176" y="262773"/>
                        </a:cubicBezTo>
                        <a:cubicBezTo>
                          <a:pt x="1622317" y="427263"/>
                          <a:pt x="1541831" y="627630"/>
                          <a:pt x="1584176" y="777792"/>
                        </a:cubicBezTo>
                        <a:cubicBezTo>
                          <a:pt x="1626521" y="927954"/>
                          <a:pt x="1575073" y="1145742"/>
                          <a:pt x="1584176" y="1313832"/>
                        </a:cubicBezTo>
                        <a:cubicBezTo>
                          <a:pt x="1581913" y="1469620"/>
                          <a:pt x="1470890" y="1573837"/>
                          <a:pt x="1321403" y="1576605"/>
                        </a:cubicBezTo>
                        <a:cubicBezTo>
                          <a:pt x="1109654" y="1635510"/>
                          <a:pt x="937652" y="1564642"/>
                          <a:pt x="823847" y="1576605"/>
                        </a:cubicBezTo>
                        <a:cubicBezTo>
                          <a:pt x="710042" y="1588568"/>
                          <a:pt x="400746" y="1520594"/>
                          <a:pt x="262773" y="1576605"/>
                        </a:cubicBezTo>
                        <a:cubicBezTo>
                          <a:pt x="151787" y="1558907"/>
                          <a:pt x="12467" y="1465312"/>
                          <a:pt x="0" y="1313832"/>
                        </a:cubicBezTo>
                        <a:cubicBezTo>
                          <a:pt x="-1202" y="1133294"/>
                          <a:pt x="31808" y="930796"/>
                          <a:pt x="0" y="819834"/>
                        </a:cubicBezTo>
                        <a:cubicBezTo>
                          <a:pt x="-31808" y="708872"/>
                          <a:pt x="6307" y="538390"/>
                          <a:pt x="0" y="26277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7DB8BA-7C27-1825-B089-BAE098174D6C}"/>
              </a:ext>
            </a:extLst>
          </p:cNvPr>
          <p:cNvSpPr txBox="1"/>
          <p:nvPr/>
        </p:nvSpPr>
        <p:spPr>
          <a:xfrm>
            <a:off x="1808734" y="5674251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Targeting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0E79DE-86D8-9057-BEDF-B470AE4D2610}"/>
              </a:ext>
            </a:extLst>
          </p:cNvPr>
          <p:cNvCxnSpPr>
            <a:cxnSpLocks/>
          </p:cNvCxnSpPr>
          <p:nvPr/>
        </p:nvCxnSpPr>
        <p:spPr>
          <a:xfrm>
            <a:off x="2596715" y="5226597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24B05F5-2C04-6467-8DB0-134924AB4E41}"/>
              </a:ext>
            </a:extLst>
          </p:cNvPr>
          <p:cNvSpPr txBox="1"/>
          <p:nvPr/>
        </p:nvSpPr>
        <p:spPr bwMode="auto">
          <a:xfrm>
            <a:off x="3570755" y="421621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99B059-A517-D0B0-0331-204DF79B82D0}"/>
              </a:ext>
            </a:extLst>
          </p:cNvPr>
          <p:cNvCxnSpPr>
            <a:cxnSpLocks/>
          </p:cNvCxnSpPr>
          <p:nvPr/>
        </p:nvCxnSpPr>
        <p:spPr bwMode="auto">
          <a:xfrm flipV="1">
            <a:off x="4260024" y="4585545"/>
            <a:ext cx="0" cy="632019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711F3C-D5A2-9DE4-43BC-8532E6D211DD}"/>
              </a:ext>
            </a:extLst>
          </p:cNvPr>
          <p:cNvSpPr txBox="1"/>
          <p:nvPr/>
        </p:nvSpPr>
        <p:spPr bwMode="auto">
          <a:xfrm>
            <a:off x="5220072" y="5806067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C71FB2-E376-E4F8-C8C4-4763F2CA2C58}"/>
              </a:ext>
            </a:extLst>
          </p:cNvPr>
          <p:cNvCxnSpPr>
            <a:cxnSpLocks/>
          </p:cNvCxnSpPr>
          <p:nvPr/>
        </p:nvCxnSpPr>
        <p:spPr bwMode="auto">
          <a:xfrm>
            <a:off x="5707805" y="5237185"/>
            <a:ext cx="0" cy="528379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4E3067B-541D-EFB5-BD92-FC907CDDBFA3}"/>
              </a:ext>
            </a:extLst>
          </p:cNvPr>
          <p:cNvSpPr txBox="1"/>
          <p:nvPr/>
        </p:nvSpPr>
        <p:spPr bwMode="auto">
          <a:xfrm>
            <a:off x="6084168" y="4059295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PCI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2F4505-291A-ABC4-C5BF-46174CE92D7E}"/>
              </a:ext>
            </a:extLst>
          </p:cNvPr>
          <p:cNvCxnSpPr>
            <a:cxnSpLocks/>
          </p:cNvCxnSpPr>
          <p:nvPr/>
        </p:nvCxnSpPr>
        <p:spPr bwMode="auto">
          <a:xfrm flipV="1">
            <a:off x="6801309" y="4585545"/>
            <a:ext cx="8635" cy="557403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72F0577-F4C7-5574-5379-1F368058362F}"/>
              </a:ext>
            </a:extLst>
          </p:cNvPr>
          <p:cNvSpPr txBox="1"/>
          <p:nvPr/>
        </p:nvSpPr>
        <p:spPr bwMode="auto">
          <a:xfrm>
            <a:off x="2987824" y="2847362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Regression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8190F5-CE9E-5988-8B51-77F3E5671FA1}"/>
              </a:ext>
            </a:extLst>
          </p:cNvPr>
          <p:cNvSpPr txBox="1"/>
          <p:nvPr/>
        </p:nvSpPr>
        <p:spPr bwMode="auto">
          <a:xfrm>
            <a:off x="1648290" y="4514858"/>
            <a:ext cx="2060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Crack, Pothole, Rutting…</a:t>
            </a:r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70099D71-9135-ECE1-59CD-3073E1518107}"/>
              </a:ext>
            </a:extLst>
          </p:cNvPr>
          <p:cNvSpPr/>
          <p:nvPr/>
        </p:nvSpPr>
        <p:spPr>
          <a:xfrm rot="16200000" flipH="1">
            <a:off x="2456089" y="4345873"/>
            <a:ext cx="281252" cy="1224136"/>
          </a:xfrm>
          <a:prstGeom prst="rightBrace">
            <a:avLst>
              <a:gd name="adj1" fmla="val 57631"/>
              <a:gd name="adj2" fmla="val 5216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52BF88-492C-4CEF-7338-7C94068F615E}"/>
              </a:ext>
            </a:extLst>
          </p:cNvPr>
          <p:cNvSpPr txBox="1"/>
          <p:nvPr/>
        </p:nvSpPr>
        <p:spPr bwMode="auto">
          <a:xfrm>
            <a:off x="439908" y="1479013"/>
            <a:ext cx="44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851650-5839-ED3A-4B60-56E49C3C975A}"/>
              </a:ext>
            </a:extLst>
          </p:cNvPr>
          <p:cNvSpPr txBox="1"/>
          <p:nvPr/>
        </p:nvSpPr>
        <p:spPr bwMode="auto">
          <a:xfrm>
            <a:off x="1873776" y="2870744"/>
            <a:ext cx="6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8" name="U-Turn Arrow 1">
            <a:extLst>
              <a:ext uri="{FF2B5EF4-FFF2-40B4-BE49-F238E27FC236}">
                <a16:creationId xmlns:a16="http://schemas.microsoft.com/office/drawing/2014/main" id="{952C4B75-DCE1-ACE0-48D6-B8DB7400B90E}"/>
              </a:ext>
            </a:extLst>
          </p:cNvPr>
          <p:cNvSpPr/>
          <p:nvPr/>
        </p:nvSpPr>
        <p:spPr bwMode="auto">
          <a:xfrm>
            <a:off x="481731" y="1477850"/>
            <a:ext cx="7560840" cy="1461428"/>
          </a:xfrm>
          <a:custGeom>
            <a:avLst/>
            <a:gdLst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122389 w 6336704"/>
              <a:gd name="connsiteY14" fmla="*/ 2448272 h 2448272"/>
              <a:gd name="connsiteX15" fmla="*/ 0 w 6336704"/>
              <a:gd name="connsiteY15" fmla="*/ 2448272 h 2448272"/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52051 w 6336704"/>
              <a:gd name="connsiteY14" fmla="*/ 1252518 h 2448272"/>
              <a:gd name="connsiteX15" fmla="*/ 0 w 6336704"/>
              <a:gd name="connsiteY15" fmla="*/ 2448272 h 2448272"/>
              <a:gd name="connsiteX0" fmla="*/ 68580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68580 w 6336704"/>
              <a:gd name="connsiteY15" fmla="*/ 1242407 h 1790666"/>
              <a:gd name="connsiteX0" fmla="*/ 78556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78556 w 6336704"/>
              <a:gd name="connsiteY15" fmla="*/ 1242407 h 1790666"/>
              <a:gd name="connsiteX0" fmla="*/ 52051 w 6336704"/>
              <a:gd name="connsiteY0" fmla="*/ 125251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0" fmla="*/ 52051 w 6336704"/>
              <a:gd name="connsiteY0" fmla="*/ 123256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32568 h 179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36704" h="1790666">
                <a:moveTo>
                  <a:pt x="52051" y="1232568"/>
                </a:moveTo>
                <a:lnTo>
                  <a:pt x="0" y="1224136"/>
                </a:lnTo>
                <a:cubicBezTo>
                  <a:pt x="0" y="548064"/>
                  <a:pt x="548064" y="0"/>
                  <a:pt x="1224136" y="0"/>
                </a:cubicBezTo>
                <a:lnTo>
                  <a:pt x="5017220" y="0"/>
                </a:lnTo>
                <a:cubicBezTo>
                  <a:pt x="5693292" y="0"/>
                  <a:pt x="6241356" y="548064"/>
                  <a:pt x="6241356" y="1224136"/>
                </a:cubicBezTo>
                <a:lnTo>
                  <a:pt x="6241356" y="1224136"/>
                </a:lnTo>
                <a:lnTo>
                  <a:pt x="6336704" y="1224136"/>
                </a:lnTo>
                <a:lnTo>
                  <a:pt x="6180161" y="1790666"/>
                </a:lnTo>
                <a:lnTo>
                  <a:pt x="6023619" y="1224136"/>
                </a:lnTo>
                <a:lnTo>
                  <a:pt x="6118967" y="1224136"/>
                </a:lnTo>
                <a:lnTo>
                  <a:pt x="6118967" y="1224136"/>
                </a:lnTo>
                <a:cubicBezTo>
                  <a:pt x="6118967" y="615658"/>
                  <a:pt x="5625698" y="122389"/>
                  <a:pt x="5017220" y="122389"/>
                </a:cubicBezTo>
                <a:lnTo>
                  <a:pt x="1224136" y="122389"/>
                </a:lnTo>
                <a:cubicBezTo>
                  <a:pt x="615658" y="122389"/>
                  <a:pt x="122389" y="615658"/>
                  <a:pt x="122389" y="1224136"/>
                </a:cubicBezTo>
                <a:lnTo>
                  <a:pt x="52051" y="123256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562125877">
                  <a:custGeom>
                    <a:avLst/>
                    <a:gdLst>
                      <a:gd name="connsiteX0" fmla="*/ 62106 w 7560840"/>
                      <a:gd name="connsiteY0" fmla="*/ 1005943 h 1461428"/>
                      <a:gd name="connsiteX1" fmla="*/ 0 w 7560840"/>
                      <a:gd name="connsiteY1" fmla="*/ 999062 h 1461428"/>
                      <a:gd name="connsiteX2" fmla="*/ 1460616 w 7560840"/>
                      <a:gd name="connsiteY2" fmla="*/ 0 h 1461428"/>
                      <a:gd name="connsiteX3" fmla="*/ 2026346 w 7560840"/>
                      <a:gd name="connsiteY3" fmla="*/ 0 h 1461428"/>
                      <a:gd name="connsiteX4" fmla="*/ 2592076 w 7560840"/>
                      <a:gd name="connsiteY4" fmla="*/ 0 h 1461428"/>
                      <a:gd name="connsiteX5" fmla="*/ 3112547 w 7560840"/>
                      <a:gd name="connsiteY5" fmla="*/ 0 h 1461428"/>
                      <a:gd name="connsiteX6" fmla="*/ 3768794 w 7560840"/>
                      <a:gd name="connsiteY6" fmla="*/ 0 h 1461428"/>
                      <a:gd name="connsiteX7" fmla="*/ 4379782 w 7560840"/>
                      <a:gd name="connsiteY7" fmla="*/ 0 h 1461428"/>
                      <a:gd name="connsiteX8" fmla="*/ 4945512 w 7560840"/>
                      <a:gd name="connsiteY8" fmla="*/ 0 h 1461428"/>
                      <a:gd name="connsiteX9" fmla="*/ 5986455 w 7560840"/>
                      <a:gd name="connsiteY9" fmla="*/ 0 h 1461428"/>
                      <a:gd name="connsiteX10" fmla="*/ 7447072 w 7560840"/>
                      <a:gd name="connsiteY10" fmla="*/ 999062 h 1461428"/>
                      <a:gd name="connsiteX11" fmla="*/ 7447072 w 7560840"/>
                      <a:gd name="connsiteY11" fmla="*/ 999062 h 1461428"/>
                      <a:gd name="connsiteX12" fmla="*/ 7560840 w 7560840"/>
                      <a:gd name="connsiteY12" fmla="*/ 999062 h 1461428"/>
                      <a:gd name="connsiteX13" fmla="*/ 7374055 w 7560840"/>
                      <a:gd name="connsiteY13" fmla="*/ 1461428 h 1461428"/>
                      <a:gd name="connsiteX14" fmla="*/ 7187272 w 7560840"/>
                      <a:gd name="connsiteY14" fmla="*/ 999062 h 1461428"/>
                      <a:gd name="connsiteX15" fmla="*/ 7301040 w 7560840"/>
                      <a:gd name="connsiteY15" fmla="*/ 999062 h 1461428"/>
                      <a:gd name="connsiteX16" fmla="*/ 7301040 w 7560840"/>
                      <a:gd name="connsiteY16" fmla="*/ 999062 h 1461428"/>
                      <a:gd name="connsiteX17" fmla="*/ 5986455 w 7560840"/>
                      <a:gd name="connsiteY17" fmla="*/ 99886 h 1461428"/>
                      <a:gd name="connsiteX18" fmla="*/ 5330208 w 7560840"/>
                      <a:gd name="connsiteY18" fmla="*/ 99886 h 1461428"/>
                      <a:gd name="connsiteX19" fmla="*/ 4764478 w 7560840"/>
                      <a:gd name="connsiteY19" fmla="*/ 99886 h 1461428"/>
                      <a:gd name="connsiteX20" fmla="*/ 4198749 w 7560840"/>
                      <a:gd name="connsiteY20" fmla="*/ 99886 h 1461428"/>
                      <a:gd name="connsiteX21" fmla="*/ 3542502 w 7560840"/>
                      <a:gd name="connsiteY21" fmla="*/ 99886 h 1461428"/>
                      <a:gd name="connsiteX22" fmla="*/ 2886255 w 7560840"/>
                      <a:gd name="connsiteY22" fmla="*/ 99886 h 1461428"/>
                      <a:gd name="connsiteX23" fmla="*/ 2365784 w 7560840"/>
                      <a:gd name="connsiteY23" fmla="*/ 99886 h 1461428"/>
                      <a:gd name="connsiteX24" fmla="*/ 1460616 w 7560840"/>
                      <a:gd name="connsiteY24" fmla="*/ 99886 h 1461428"/>
                      <a:gd name="connsiteX25" fmla="*/ 146032 w 7560840"/>
                      <a:gd name="connsiteY25" fmla="*/ 999062 h 1461428"/>
                      <a:gd name="connsiteX26" fmla="*/ 62106 w 7560840"/>
                      <a:gd name="connsiteY26" fmla="*/ 1005943 h 1461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560840" h="1461428" extrusionOk="0">
                        <a:moveTo>
                          <a:pt x="62106" y="1005943"/>
                        </a:moveTo>
                        <a:cubicBezTo>
                          <a:pt x="35816" y="1005679"/>
                          <a:pt x="21114" y="996219"/>
                          <a:pt x="0" y="999062"/>
                        </a:cubicBezTo>
                        <a:cubicBezTo>
                          <a:pt x="-53072" y="632651"/>
                          <a:pt x="652390" y="57938"/>
                          <a:pt x="1460616" y="0"/>
                        </a:cubicBezTo>
                        <a:cubicBezTo>
                          <a:pt x="1703730" y="-45619"/>
                          <a:pt x="1848664" y="35896"/>
                          <a:pt x="2026346" y="0"/>
                        </a:cubicBezTo>
                        <a:cubicBezTo>
                          <a:pt x="2204028" y="-35896"/>
                          <a:pt x="2395777" y="13457"/>
                          <a:pt x="2592076" y="0"/>
                        </a:cubicBezTo>
                        <a:cubicBezTo>
                          <a:pt x="2788375" y="-13457"/>
                          <a:pt x="2901068" y="11008"/>
                          <a:pt x="3112547" y="0"/>
                        </a:cubicBezTo>
                        <a:cubicBezTo>
                          <a:pt x="3324026" y="-11008"/>
                          <a:pt x="3490665" y="3628"/>
                          <a:pt x="3768794" y="0"/>
                        </a:cubicBezTo>
                        <a:cubicBezTo>
                          <a:pt x="4046923" y="-3628"/>
                          <a:pt x="4195627" y="53516"/>
                          <a:pt x="4379782" y="0"/>
                        </a:cubicBezTo>
                        <a:cubicBezTo>
                          <a:pt x="4563937" y="-53516"/>
                          <a:pt x="4762089" y="37799"/>
                          <a:pt x="4945512" y="0"/>
                        </a:cubicBezTo>
                        <a:cubicBezTo>
                          <a:pt x="5128935" y="-37799"/>
                          <a:pt x="5774577" y="122941"/>
                          <a:pt x="5986455" y="0"/>
                        </a:cubicBezTo>
                        <a:cubicBezTo>
                          <a:pt x="6809671" y="1542"/>
                          <a:pt x="7525917" y="587003"/>
                          <a:pt x="7447072" y="999062"/>
                        </a:cubicBezTo>
                        <a:lnTo>
                          <a:pt x="7447072" y="999062"/>
                        </a:lnTo>
                        <a:cubicBezTo>
                          <a:pt x="7501006" y="998483"/>
                          <a:pt x="7510234" y="1003489"/>
                          <a:pt x="7560840" y="999062"/>
                        </a:cubicBezTo>
                        <a:cubicBezTo>
                          <a:pt x="7502199" y="1161551"/>
                          <a:pt x="7385493" y="1317671"/>
                          <a:pt x="7374055" y="1461428"/>
                        </a:cubicBezTo>
                        <a:cubicBezTo>
                          <a:pt x="7277908" y="1317220"/>
                          <a:pt x="7307813" y="1206517"/>
                          <a:pt x="7187272" y="999062"/>
                        </a:cubicBezTo>
                        <a:cubicBezTo>
                          <a:pt x="7216041" y="988485"/>
                          <a:pt x="7255079" y="1006119"/>
                          <a:pt x="7301040" y="999062"/>
                        </a:cubicBezTo>
                        <a:lnTo>
                          <a:pt x="7301040" y="999062"/>
                        </a:lnTo>
                        <a:cubicBezTo>
                          <a:pt x="7102253" y="564013"/>
                          <a:pt x="6708786" y="65574"/>
                          <a:pt x="5986455" y="99886"/>
                        </a:cubicBezTo>
                        <a:cubicBezTo>
                          <a:pt x="5853736" y="157147"/>
                          <a:pt x="5559338" y="78435"/>
                          <a:pt x="5330208" y="99886"/>
                        </a:cubicBezTo>
                        <a:cubicBezTo>
                          <a:pt x="5101078" y="121337"/>
                          <a:pt x="4926330" y="61264"/>
                          <a:pt x="4764478" y="99886"/>
                        </a:cubicBezTo>
                        <a:cubicBezTo>
                          <a:pt x="4602626" y="138508"/>
                          <a:pt x="4481612" y="76368"/>
                          <a:pt x="4198749" y="99886"/>
                        </a:cubicBezTo>
                        <a:cubicBezTo>
                          <a:pt x="3915886" y="123404"/>
                          <a:pt x="3851945" y="31306"/>
                          <a:pt x="3542502" y="99886"/>
                        </a:cubicBezTo>
                        <a:cubicBezTo>
                          <a:pt x="3233059" y="168466"/>
                          <a:pt x="3118251" y="44510"/>
                          <a:pt x="2886255" y="99886"/>
                        </a:cubicBezTo>
                        <a:cubicBezTo>
                          <a:pt x="2654259" y="155262"/>
                          <a:pt x="2483773" y="85228"/>
                          <a:pt x="2365784" y="99886"/>
                        </a:cubicBezTo>
                        <a:cubicBezTo>
                          <a:pt x="2247795" y="114544"/>
                          <a:pt x="1699656" y="-481"/>
                          <a:pt x="1460616" y="99886"/>
                        </a:cubicBezTo>
                        <a:cubicBezTo>
                          <a:pt x="715151" y="34220"/>
                          <a:pt x="158341" y="485655"/>
                          <a:pt x="146032" y="999062"/>
                        </a:cubicBezTo>
                        <a:cubicBezTo>
                          <a:pt x="117175" y="1003350"/>
                          <a:pt x="98811" y="1000271"/>
                          <a:pt x="62106" y="100594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70DF66-50A8-A5D0-5B3D-7AC7D8789562}"/>
              </a:ext>
            </a:extLst>
          </p:cNvPr>
          <p:cNvSpPr txBox="1"/>
          <p:nvPr/>
        </p:nvSpPr>
        <p:spPr bwMode="auto">
          <a:xfrm>
            <a:off x="525580" y="4981520"/>
            <a:ext cx="6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938D43-BD90-66C0-D9FB-6741A7853D18}"/>
              </a:ext>
            </a:extLst>
          </p:cNvPr>
          <p:cNvSpPr txBox="1"/>
          <p:nvPr/>
        </p:nvSpPr>
        <p:spPr bwMode="auto">
          <a:xfrm>
            <a:off x="1828118" y="1663679"/>
            <a:ext cx="4576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inspections according to ASTM D6433</a:t>
            </a:r>
          </a:p>
        </p:txBody>
      </p:sp>
    </p:spTree>
    <p:extLst>
      <p:ext uri="{BB962C8B-B14F-4D97-AF65-F5344CB8AC3E}">
        <p14:creationId xmlns:p14="http://schemas.microsoft.com/office/powerpoint/2010/main" val="202806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U-Turn Arrow 1">
            <a:extLst>
              <a:ext uri="{FF2B5EF4-FFF2-40B4-BE49-F238E27FC236}">
                <a16:creationId xmlns:a16="http://schemas.microsoft.com/office/drawing/2014/main" id="{CB6CA2BE-A47A-C442-9D0A-9B5496751D51}"/>
              </a:ext>
            </a:extLst>
          </p:cNvPr>
          <p:cNvSpPr/>
          <p:nvPr/>
        </p:nvSpPr>
        <p:spPr>
          <a:xfrm flipV="1">
            <a:off x="481731" y="3803542"/>
            <a:ext cx="7560840" cy="1461427"/>
          </a:xfrm>
          <a:custGeom>
            <a:avLst/>
            <a:gdLst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122389 w 6336704"/>
              <a:gd name="connsiteY14" fmla="*/ 2448272 h 2448272"/>
              <a:gd name="connsiteX15" fmla="*/ 0 w 6336704"/>
              <a:gd name="connsiteY15" fmla="*/ 2448272 h 2448272"/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52051 w 6336704"/>
              <a:gd name="connsiteY14" fmla="*/ 1252518 h 2448272"/>
              <a:gd name="connsiteX15" fmla="*/ 0 w 6336704"/>
              <a:gd name="connsiteY15" fmla="*/ 2448272 h 2448272"/>
              <a:gd name="connsiteX0" fmla="*/ 68580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68580 w 6336704"/>
              <a:gd name="connsiteY15" fmla="*/ 1242407 h 1790666"/>
              <a:gd name="connsiteX0" fmla="*/ 78556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78556 w 6336704"/>
              <a:gd name="connsiteY15" fmla="*/ 1242407 h 1790666"/>
              <a:gd name="connsiteX0" fmla="*/ 52051 w 6336704"/>
              <a:gd name="connsiteY0" fmla="*/ 125251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0" fmla="*/ 52051 w 6336704"/>
              <a:gd name="connsiteY0" fmla="*/ 123256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32568 h 179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36704" h="1790666">
                <a:moveTo>
                  <a:pt x="52051" y="1232568"/>
                </a:moveTo>
                <a:lnTo>
                  <a:pt x="0" y="1224136"/>
                </a:lnTo>
                <a:cubicBezTo>
                  <a:pt x="0" y="548064"/>
                  <a:pt x="548064" y="0"/>
                  <a:pt x="1224136" y="0"/>
                </a:cubicBezTo>
                <a:lnTo>
                  <a:pt x="5017220" y="0"/>
                </a:lnTo>
                <a:cubicBezTo>
                  <a:pt x="5693292" y="0"/>
                  <a:pt x="6241356" y="548064"/>
                  <a:pt x="6241356" y="1224136"/>
                </a:cubicBezTo>
                <a:lnTo>
                  <a:pt x="6241356" y="1224136"/>
                </a:lnTo>
                <a:lnTo>
                  <a:pt x="6336704" y="1224136"/>
                </a:lnTo>
                <a:lnTo>
                  <a:pt x="6180161" y="1790666"/>
                </a:lnTo>
                <a:lnTo>
                  <a:pt x="6023619" y="1224136"/>
                </a:lnTo>
                <a:lnTo>
                  <a:pt x="6118967" y="1224136"/>
                </a:lnTo>
                <a:lnTo>
                  <a:pt x="6118967" y="1224136"/>
                </a:lnTo>
                <a:cubicBezTo>
                  <a:pt x="6118967" y="615658"/>
                  <a:pt x="5625698" y="122389"/>
                  <a:pt x="5017220" y="122389"/>
                </a:cubicBezTo>
                <a:lnTo>
                  <a:pt x="1224136" y="122389"/>
                </a:lnTo>
                <a:cubicBezTo>
                  <a:pt x="615658" y="122389"/>
                  <a:pt x="122389" y="615658"/>
                  <a:pt x="122389" y="1224136"/>
                </a:cubicBezTo>
                <a:lnTo>
                  <a:pt x="52051" y="1232568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562125877">
                  <a:custGeom>
                    <a:avLst/>
                    <a:gdLst>
                      <a:gd name="connsiteX0" fmla="*/ 62106 w 7560840"/>
                      <a:gd name="connsiteY0" fmla="*/ 1005943 h 1461428"/>
                      <a:gd name="connsiteX1" fmla="*/ 0 w 7560840"/>
                      <a:gd name="connsiteY1" fmla="*/ 999062 h 1461428"/>
                      <a:gd name="connsiteX2" fmla="*/ 1460616 w 7560840"/>
                      <a:gd name="connsiteY2" fmla="*/ 0 h 1461428"/>
                      <a:gd name="connsiteX3" fmla="*/ 2026346 w 7560840"/>
                      <a:gd name="connsiteY3" fmla="*/ 0 h 1461428"/>
                      <a:gd name="connsiteX4" fmla="*/ 2592076 w 7560840"/>
                      <a:gd name="connsiteY4" fmla="*/ 0 h 1461428"/>
                      <a:gd name="connsiteX5" fmla="*/ 3112547 w 7560840"/>
                      <a:gd name="connsiteY5" fmla="*/ 0 h 1461428"/>
                      <a:gd name="connsiteX6" fmla="*/ 3768794 w 7560840"/>
                      <a:gd name="connsiteY6" fmla="*/ 0 h 1461428"/>
                      <a:gd name="connsiteX7" fmla="*/ 4379782 w 7560840"/>
                      <a:gd name="connsiteY7" fmla="*/ 0 h 1461428"/>
                      <a:gd name="connsiteX8" fmla="*/ 4945512 w 7560840"/>
                      <a:gd name="connsiteY8" fmla="*/ 0 h 1461428"/>
                      <a:gd name="connsiteX9" fmla="*/ 5986455 w 7560840"/>
                      <a:gd name="connsiteY9" fmla="*/ 0 h 1461428"/>
                      <a:gd name="connsiteX10" fmla="*/ 7447072 w 7560840"/>
                      <a:gd name="connsiteY10" fmla="*/ 999062 h 1461428"/>
                      <a:gd name="connsiteX11" fmla="*/ 7447072 w 7560840"/>
                      <a:gd name="connsiteY11" fmla="*/ 999062 h 1461428"/>
                      <a:gd name="connsiteX12" fmla="*/ 7560840 w 7560840"/>
                      <a:gd name="connsiteY12" fmla="*/ 999062 h 1461428"/>
                      <a:gd name="connsiteX13" fmla="*/ 7374055 w 7560840"/>
                      <a:gd name="connsiteY13" fmla="*/ 1461428 h 1461428"/>
                      <a:gd name="connsiteX14" fmla="*/ 7187272 w 7560840"/>
                      <a:gd name="connsiteY14" fmla="*/ 999062 h 1461428"/>
                      <a:gd name="connsiteX15" fmla="*/ 7301040 w 7560840"/>
                      <a:gd name="connsiteY15" fmla="*/ 999062 h 1461428"/>
                      <a:gd name="connsiteX16" fmla="*/ 7301040 w 7560840"/>
                      <a:gd name="connsiteY16" fmla="*/ 999062 h 1461428"/>
                      <a:gd name="connsiteX17" fmla="*/ 5986455 w 7560840"/>
                      <a:gd name="connsiteY17" fmla="*/ 99886 h 1461428"/>
                      <a:gd name="connsiteX18" fmla="*/ 5330208 w 7560840"/>
                      <a:gd name="connsiteY18" fmla="*/ 99886 h 1461428"/>
                      <a:gd name="connsiteX19" fmla="*/ 4764478 w 7560840"/>
                      <a:gd name="connsiteY19" fmla="*/ 99886 h 1461428"/>
                      <a:gd name="connsiteX20" fmla="*/ 4198749 w 7560840"/>
                      <a:gd name="connsiteY20" fmla="*/ 99886 h 1461428"/>
                      <a:gd name="connsiteX21" fmla="*/ 3542502 w 7560840"/>
                      <a:gd name="connsiteY21" fmla="*/ 99886 h 1461428"/>
                      <a:gd name="connsiteX22" fmla="*/ 2886255 w 7560840"/>
                      <a:gd name="connsiteY22" fmla="*/ 99886 h 1461428"/>
                      <a:gd name="connsiteX23" fmla="*/ 2365784 w 7560840"/>
                      <a:gd name="connsiteY23" fmla="*/ 99886 h 1461428"/>
                      <a:gd name="connsiteX24" fmla="*/ 1460616 w 7560840"/>
                      <a:gd name="connsiteY24" fmla="*/ 99886 h 1461428"/>
                      <a:gd name="connsiteX25" fmla="*/ 146032 w 7560840"/>
                      <a:gd name="connsiteY25" fmla="*/ 999062 h 1461428"/>
                      <a:gd name="connsiteX26" fmla="*/ 62106 w 7560840"/>
                      <a:gd name="connsiteY26" fmla="*/ 1005943 h 1461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560840" h="1461428" extrusionOk="0">
                        <a:moveTo>
                          <a:pt x="62106" y="1005943"/>
                        </a:moveTo>
                        <a:cubicBezTo>
                          <a:pt x="35816" y="1005679"/>
                          <a:pt x="21114" y="996219"/>
                          <a:pt x="0" y="999062"/>
                        </a:cubicBezTo>
                        <a:cubicBezTo>
                          <a:pt x="-53072" y="632651"/>
                          <a:pt x="652390" y="57938"/>
                          <a:pt x="1460616" y="0"/>
                        </a:cubicBezTo>
                        <a:cubicBezTo>
                          <a:pt x="1703730" y="-45619"/>
                          <a:pt x="1848664" y="35896"/>
                          <a:pt x="2026346" y="0"/>
                        </a:cubicBezTo>
                        <a:cubicBezTo>
                          <a:pt x="2204028" y="-35896"/>
                          <a:pt x="2395777" y="13457"/>
                          <a:pt x="2592076" y="0"/>
                        </a:cubicBezTo>
                        <a:cubicBezTo>
                          <a:pt x="2788375" y="-13457"/>
                          <a:pt x="2901068" y="11008"/>
                          <a:pt x="3112547" y="0"/>
                        </a:cubicBezTo>
                        <a:cubicBezTo>
                          <a:pt x="3324026" y="-11008"/>
                          <a:pt x="3490665" y="3628"/>
                          <a:pt x="3768794" y="0"/>
                        </a:cubicBezTo>
                        <a:cubicBezTo>
                          <a:pt x="4046923" y="-3628"/>
                          <a:pt x="4195627" y="53516"/>
                          <a:pt x="4379782" y="0"/>
                        </a:cubicBezTo>
                        <a:cubicBezTo>
                          <a:pt x="4563937" y="-53516"/>
                          <a:pt x="4762089" y="37799"/>
                          <a:pt x="4945512" y="0"/>
                        </a:cubicBezTo>
                        <a:cubicBezTo>
                          <a:pt x="5128935" y="-37799"/>
                          <a:pt x="5774577" y="122941"/>
                          <a:pt x="5986455" y="0"/>
                        </a:cubicBezTo>
                        <a:cubicBezTo>
                          <a:pt x="6809671" y="1542"/>
                          <a:pt x="7525917" y="587003"/>
                          <a:pt x="7447072" y="999062"/>
                        </a:cubicBezTo>
                        <a:lnTo>
                          <a:pt x="7447072" y="999062"/>
                        </a:lnTo>
                        <a:cubicBezTo>
                          <a:pt x="7501006" y="998483"/>
                          <a:pt x="7510234" y="1003489"/>
                          <a:pt x="7560840" y="999062"/>
                        </a:cubicBezTo>
                        <a:cubicBezTo>
                          <a:pt x="7502199" y="1161551"/>
                          <a:pt x="7385493" y="1317671"/>
                          <a:pt x="7374055" y="1461428"/>
                        </a:cubicBezTo>
                        <a:cubicBezTo>
                          <a:pt x="7277908" y="1317220"/>
                          <a:pt x="7307813" y="1206517"/>
                          <a:pt x="7187272" y="999062"/>
                        </a:cubicBezTo>
                        <a:cubicBezTo>
                          <a:pt x="7216041" y="988485"/>
                          <a:pt x="7255079" y="1006119"/>
                          <a:pt x="7301040" y="999062"/>
                        </a:cubicBezTo>
                        <a:lnTo>
                          <a:pt x="7301040" y="999062"/>
                        </a:lnTo>
                        <a:cubicBezTo>
                          <a:pt x="7102253" y="564013"/>
                          <a:pt x="6708786" y="65574"/>
                          <a:pt x="5986455" y="99886"/>
                        </a:cubicBezTo>
                        <a:cubicBezTo>
                          <a:pt x="5853736" y="157147"/>
                          <a:pt x="5559338" y="78435"/>
                          <a:pt x="5330208" y="99886"/>
                        </a:cubicBezTo>
                        <a:cubicBezTo>
                          <a:pt x="5101078" y="121337"/>
                          <a:pt x="4926330" y="61264"/>
                          <a:pt x="4764478" y="99886"/>
                        </a:cubicBezTo>
                        <a:cubicBezTo>
                          <a:pt x="4602626" y="138508"/>
                          <a:pt x="4481612" y="76368"/>
                          <a:pt x="4198749" y="99886"/>
                        </a:cubicBezTo>
                        <a:cubicBezTo>
                          <a:pt x="3915886" y="123404"/>
                          <a:pt x="3851945" y="31306"/>
                          <a:pt x="3542502" y="99886"/>
                        </a:cubicBezTo>
                        <a:cubicBezTo>
                          <a:pt x="3233059" y="168466"/>
                          <a:pt x="3118251" y="44510"/>
                          <a:pt x="2886255" y="99886"/>
                        </a:cubicBezTo>
                        <a:cubicBezTo>
                          <a:pt x="2654259" y="155262"/>
                          <a:pt x="2483773" y="85228"/>
                          <a:pt x="2365784" y="99886"/>
                        </a:cubicBezTo>
                        <a:cubicBezTo>
                          <a:pt x="2247795" y="114544"/>
                          <a:pt x="1699656" y="-481"/>
                          <a:pt x="1460616" y="99886"/>
                        </a:cubicBezTo>
                        <a:cubicBezTo>
                          <a:pt x="715151" y="34220"/>
                          <a:pt x="158341" y="485655"/>
                          <a:pt x="146032" y="999062"/>
                        </a:cubicBezTo>
                        <a:cubicBezTo>
                          <a:pt x="117175" y="1003350"/>
                          <a:pt x="98811" y="1000271"/>
                          <a:pt x="62106" y="100594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50A17277-8C1B-F3E8-A578-B68369557258}"/>
              </a:ext>
            </a:extLst>
          </p:cNvPr>
          <p:cNvSpPr/>
          <p:nvPr/>
        </p:nvSpPr>
        <p:spPr>
          <a:xfrm>
            <a:off x="1648290" y="3212976"/>
            <a:ext cx="5454567" cy="320250"/>
          </a:xfrm>
          <a:prstGeom prst="rightArrow">
            <a:avLst>
              <a:gd name="adj1" fmla="val 50000"/>
              <a:gd name="adj2" fmla="val 18284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9CD95-07CC-D34A-6AEE-2623658B4A25}"/>
              </a:ext>
            </a:extLst>
          </p:cNvPr>
          <p:cNvSpPr/>
          <p:nvPr/>
        </p:nvSpPr>
        <p:spPr>
          <a:xfrm>
            <a:off x="7493942" y="3013752"/>
            <a:ext cx="720080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86837363">
                  <a:custGeom>
                    <a:avLst/>
                    <a:gdLst>
                      <a:gd name="connsiteX0" fmla="*/ 0 w 720080"/>
                      <a:gd name="connsiteY0" fmla="*/ 0 h 720080"/>
                      <a:gd name="connsiteX1" fmla="*/ 374442 w 720080"/>
                      <a:gd name="connsiteY1" fmla="*/ 0 h 720080"/>
                      <a:gd name="connsiteX2" fmla="*/ 720080 w 720080"/>
                      <a:gd name="connsiteY2" fmla="*/ 0 h 720080"/>
                      <a:gd name="connsiteX3" fmla="*/ 720080 w 720080"/>
                      <a:gd name="connsiteY3" fmla="*/ 352839 h 720080"/>
                      <a:gd name="connsiteX4" fmla="*/ 720080 w 720080"/>
                      <a:gd name="connsiteY4" fmla="*/ 720080 h 720080"/>
                      <a:gd name="connsiteX5" fmla="*/ 374442 w 720080"/>
                      <a:gd name="connsiteY5" fmla="*/ 720080 h 720080"/>
                      <a:gd name="connsiteX6" fmla="*/ 0 w 720080"/>
                      <a:gd name="connsiteY6" fmla="*/ 720080 h 720080"/>
                      <a:gd name="connsiteX7" fmla="*/ 0 w 720080"/>
                      <a:gd name="connsiteY7" fmla="*/ 367241 h 720080"/>
                      <a:gd name="connsiteX8" fmla="*/ 0 w 720080"/>
                      <a:gd name="connsiteY8" fmla="*/ 0 h 720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20080" h="720080" extrusionOk="0">
                        <a:moveTo>
                          <a:pt x="0" y="0"/>
                        </a:moveTo>
                        <a:cubicBezTo>
                          <a:pt x="138121" y="-26150"/>
                          <a:pt x="221164" y="38492"/>
                          <a:pt x="374442" y="0"/>
                        </a:cubicBezTo>
                        <a:cubicBezTo>
                          <a:pt x="527720" y="-38492"/>
                          <a:pt x="549662" y="981"/>
                          <a:pt x="720080" y="0"/>
                        </a:cubicBezTo>
                        <a:cubicBezTo>
                          <a:pt x="737523" y="125154"/>
                          <a:pt x="680019" y="201084"/>
                          <a:pt x="720080" y="352839"/>
                        </a:cubicBezTo>
                        <a:cubicBezTo>
                          <a:pt x="760141" y="504594"/>
                          <a:pt x="704368" y="607795"/>
                          <a:pt x="720080" y="720080"/>
                        </a:cubicBezTo>
                        <a:cubicBezTo>
                          <a:pt x="548760" y="746239"/>
                          <a:pt x="505963" y="708560"/>
                          <a:pt x="374442" y="720080"/>
                        </a:cubicBezTo>
                        <a:cubicBezTo>
                          <a:pt x="242921" y="731600"/>
                          <a:pt x="98659" y="695428"/>
                          <a:pt x="0" y="720080"/>
                        </a:cubicBezTo>
                        <a:cubicBezTo>
                          <a:pt x="-14258" y="564413"/>
                          <a:pt x="11185" y="489348"/>
                          <a:pt x="0" y="367241"/>
                        </a:cubicBezTo>
                        <a:cubicBezTo>
                          <a:pt x="-11185" y="245134"/>
                          <a:pt x="6458" y="17833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C4980-5F3C-8E09-F9B0-9FCD67686975}"/>
              </a:ext>
            </a:extLst>
          </p:cNvPr>
          <p:cNvSpPr txBox="1"/>
          <p:nvPr/>
        </p:nvSpPr>
        <p:spPr>
          <a:xfrm>
            <a:off x="7522000" y="3143072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95EF66-185C-3BCD-09A3-0C35132330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5232" y="2784111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8FC90-CC7B-0603-C865-374788C799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2" y="2966258"/>
            <a:ext cx="868680" cy="868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164E7F-8021-B5EB-22BB-569B2CC0073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5641" y="3090686"/>
            <a:ext cx="914400" cy="91440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8FAB71-B898-0CB1-4DF9-7E391EB21C5A}"/>
              </a:ext>
            </a:extLst>
          </p:cNvPr>
          <p:cNvSpPr/>
          <p:nvPr/>
        </p:nvSpPr>
        <p:spPr>
          <a:xfrm>
            <a:off x="-135966" y="2598629"/>
            <a:ext cx="1584176" cy="1576605"/>
          </a:xfrm>
          <a:prstGeom prst="roundRect">
            <a:avLst/>
          </a:prstGeom>
          <a:noFill/>
          <a:ln>
            <a:extLst>
              <a:ext uri="{C807C97D-BFC1-408E-A445-0C87EB9F89A2}">
                <ask:lineSketchStyleProps xmlns:ask="http://schemas.microsoft.com/office/drawing/2018/sketchyshapes" sd="507984782">
                  <a:custGeom>
                    <a:avLst/>
                    <a:gdLst>
                      <a:gd name="connsiteX0" fmla="*/ 0 w 1584176"/>
                      <a:gd name="connsiteY0" fmla="*/ 262773 h 1576605"/>
                      <a:gd name="connsiteX1" fmla="*/ 262773 w 1584176"/>
                      <a:gd name="connsiteY1" fmla="*/ 0 h 1576605"/>
                      <a:gd name="connsiteX2" fmla="*/ 770915 w 1584176"/>
                      <a:gd name="connsiteY2" fmla="*/ 0 h 1576605"/>
                      <a:gd name="connsiteX3" fmla="*/ 1321403 w 1584176"/>
                      <a:gd name="connsiteY3" fmla="*/ 0 h 1576605"/>
                      <a:gd name="connsiteX4" fmla="*/ 1584176 w 1584176"/>
                      <a:gd name="connsiteY4" fmla="*/ 262773 h 1576605"/>
                      <a:gd name="connsiteX5" fmla="*/ 1584176 w 1584176"/>
                      <a:gd name="connsiteY5" fmla="*/ 777792 h 1576605"/>
                      <a:gd name="connsiteX6" fmla="*/ 1584176 w 1584176"/>
                      <a:gd name="connsiteY6" fmla="*/ 1313832 h 1576605"/>
                      <a:gd name="connsiteX7" fmla="*/ 1321403 w 1584176"/>
                      <a:gd name="connsiteY7" fmla="*/ 1576605 h 1576605"/>
                      <a:gd name="connsiteX8" fmla="*/ 823847 w 1584176"/>
                      <a:gd name="connsiteY8" fmla="*/ 1576605 h 1576605"/>
                      <a:gd name="connsiteX9" fmla="*/ 262773 w 1584176"/>
                      <a:gd name="connsiteY9" fmla="*/ 1576605 h 1576605"/>
                      <a:gd name="connsiteX10" fmla="*/ 0 w 1584176"/>
                      <a:gd name="connsiteY10" fmla="*/ 1313832 h 1576605"/>
                      <a:gd name="connsiteX11" fmla="*/ 0 w 1584176"/>
                      <a:gd name="connsiteY11" fmla="*/ 819834 h 1576605"/>
                      <a:gd name="connsiteX12" fmla="*/ 0 w 1584176"/>
                      <a:gd name="connsiteY12" fmla="*/ 262773 h 15766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584176" h="1576605" extrusionOk="0">
                        <a:moveTo>
                          <a:pt x="0" y="262773"/>
                        </a:moveTo>
                        <a:cubicBezTo>
                          <a:pt x="-16244" y="124427"/>
                          <a:pt x="95368" y="-18639"/>
                          <a:pt x="262773" y="0"/>
                        </a:cubicBezTo>
                        <a:cubicBezTo>
                          <a:pt x="490519" y="-4990"/>
                          <a:pt x="642457" y="20219"/>
                          <a:pt x="770915" y="0"/>
                        </a:cubicBezTo>
                        <a:cubicBezTo>
                          <a:pt x="899373" y="-20219"/>
                          <a:pt x="1088411" y="39969"/>
                          <a:pt x="1321403" y="0"/>
                        </a:cubicBezTo>
                        <a:cubicBezTo>
                          <a:pt x="1499910" y="-16162"/>
                          <a:pt x="1588979" y="114106"/>
                          <a:pt x="1584176" y="262773"/>
                        </a:cubicBezTo>
                        <a:cubicBezTo>
                          <a:pt x="1622317" y="427263"/>
                          <a:pt x="1541831" y="627630"/>
                          <a:pt x="1584176" y="777792"/>
                        </a:cubicBezTo>
                        <a:cubicBezTo>
                          <a:pt x="1626521" y="927954"/>
                          <a:pt x="1575073" y="1145742"/>
                          <a:pt x="1584176" y="1313832"/>
                        </a:cubicBezTo>
                        <a:cubicBezTo>
                          <a:pt x="1581913" y="1469620"/>
                          <a:pt x="1470890" y="1573837"/>
                          <a:pt x="1321403" y="1576605"/>
                        </a:cubicBezTo>
                        <a:cubicBezTo>
                          <a:pt x="1109654" y="1635510"/>
                          <a:pt x="937652" y="1564642"/>
                          <a:pt x="823847" y="1576605"/>
                        </a:cubicBezTo>
                        <a:cubicBezTo>
                          <a:pt x="710042" y="1588568"/>
                          <a:pt x="400746" y="1520594"/>
                          <a:pt x="262773" y="1576605"/>
                        </a:cubicBezTo>
                        <a:cubicBezTo>
                          <a:pt x="151787" y="1558907"/>
                          <a:pt x="12467" y="1465312"/>
                          <a:pt x="0" y="1313832"/>
                        </a:cubicBezTo>
                        <a:cubicBezTo>
                          <a:pt x="-1202" y="1133294"/>
                          <a:pt x="31808" y="930796"/>
                          <a:pt x="0" y="819834"/>
                        </a:cubicBezTo>
                        <a:cubicBezTo>
                          <a:pt x="-31808" y="708872"/>
                          <a:pt x="6307" y="538390"/>
                          <a:pt x="0" y="262773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7DB8BA-7C27-1825-B089-BAE098174D6C}"/>
              </a:ext>
            </a:extLst>
          </p:cNvPr>
          <p:cNvSpPr txBox="1"/>
          <p:nvPr/>
        </p:nvSpPr>
        <p:spPr>
          <a:xfrm>
            <a:off x="1615512" y="5741241"/>
            <a:ext cx="3234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Targeting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/Segmentation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0E79DE-86D8-9057-BEDF-B470AE4D2610}"/>
              </a:ext>
            </a:extLst>
          </p:cNvPr>
          <p:cNvCxnSpPr>
            <a:cxnSpLocks/>
          </p:cNvCxnSpPr>
          <p:nvPr/>
        </p:nvCxnSpPr>
        <p:spPr>
          <a:xfrm>
            <a:off x="3131840" y="5237185"/>
            <a:ext cx="0" cy="504056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711F3C-D5A2-9DE4-43BC-8532E6D211DD}"/>
              </a:ext>
            </a:extLst>
          </p:cNvPr>
          <p:cNvSpPr txBox="1"/>
          <p:nvPr/>
        </p:nvSpPr>
        <p:spPr bwMode="auto">
          <a:xfrm>
            <a:off x="5220072" y="5806067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C71FB2-E376-E4F8-C8C4-4763F2CA2C58}"/>
              </a:ext>
            </a:extLst>
          </p:cNvPr>
          <p:cNvCxnSpPr>
            <a:cxnSpLocks/>
          </p:cNvCxnSpPr>
          <p:nvPr/>
        </p:nvCxnSpPr>
        <p:spPr bwMode="auto">
          <a:xfrm>
            <a:off x="5707805" y="5237185"/>
            <a:ext cx="0" cy="528379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4E3067B-541D-EFB5-BD92-FC907CDDBFA3}"/>
              </a:ext>
            </a:extLst>
          </p:cNvPr>
          <p:cNvSpPr txBox="1"/>
          <p:nvPr/>
        </p:nvSpPr>
        <p:spPr bwMode="auto">
          <a:xfrm>
            <a:off x="6084168" y="4059295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PCI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2F4505-291A-ABC4-C5BF-46174CE92D7E}"/>
              </a:ext>
            </a:extLst>
          </p:cNvPr>
          <p:cNvCxnSpPr>
            <a:cxnSpLocks/>
          </p:cNvCxnSpPr>
          <p:nvPr/>
        </p:nvCxnSpPr>
        <p:spPr bwMode="auto">
          <a:xfrm flipV="1">
            <a:off x="6801309" y="4585545"/>
            <a:ext cx="8635" cy="557403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72F0577-F4C7-5574-5379-1F368058362F}"/>
              </a:ext>
            </a:extLst>
          </p:cNvPr>
          <p:cNvSpPr txBox="1"/>
          <p:nvPr/>
        </p:nvSpPr>
        <p:spPr bwMode="auto">
          <a:xfrm>
            <a:off x="2987824" y="2847362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Regression</a:t>
            </a:r>
          </a:p>
        </p:txBody>
      </p:sp>
      <p:sp>
        <p:nvSpPr>
          <p:cNvPr id="58" name="U-Turn Arrow 1">
            <a:extLst>
              <a:ext uri="{FF2B5EF4-FFF2-40B4-BE49-F238E27FC236}">
                <a16:creationId xmlns:a16="http://schemas.microsoft.com/office/drawing/2014/main" id="{952C4B75-DCE1-ACE0-48D6-B8DB7400B90E}"/>
              </a:ext>
            </a:extLst>
          </p:cNvPr>
          <p:cNvSpPr/>
          <p:nvPr/>
        </p:nvSpPr>
        <p:spPr bwMode="auto">
          <a:xfrm>
            <a:off x="481731" y="1477850"/>
            <a:ext cx="7560840" cy="1461428"/>
          </a:xfrm>
          <a:custGeom>
            <a:avLst/>
            <a:gdLst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122389 w 6336704"/>
              <a:gd name="connsiteY14" fmla="*/ 2448272 h 2448272"/>
              <a:gd name="connsiteX15" fmla="*/ 0 w 6336704"/>
              <a:gd name="connsiteY15" fmla="*/ 2448272 h 2448272"/>
              <a:gd name="connsiteX0" fmla="*/ 0 w 6336704"/>
              <a:gd name="connsiteY0" fmla="*/ 2448272 h 2448272"/>
              <a:gd name="connsiteX1" fmla="*/ 0 w 6336704"/>
              <a:gd name="connsiteY1" fmla="*/ 1224136 h 2448272"/>
              <a:gd name="connsiteX2" fmla="*/ 1224136 w 6336704"/>
              <a:gd name="connsiteY2" fmla="*/ 0 h 2448272"/>
              <a:gd name="connsiteX3" fmla="*/ 5017220 w 6336704"/>
              <a:gd name="connsiteY3" fmla="*/ 0 h 2448272"/>
              <a:gd name="connsiteX4" fmla="*/ 6241356 w 6336704"/>
              <a:gd name="connsiteY4" fmla="*/ 1224136 h 2448272"/>
              <a:gd name="connsiteX5" fmla="*/ 6241356 w 6336704"/>
              <a:gd name="connsiteY5" fmla="*/ 1224136 h 2448272"/>
              <a:gd name="connsiteX6" fmla="*/ 6336704 w 6336704"/>
              <a:gd name="connsiteY6" fmla="*/ 1224136 h 2448272"/>
              <a:gd name="connsiteX7" fmla="*/ 6180161 w 6336704"/>
              <a:gd name="connsiteY7" fmla="*/ 1790666 h 2448272"/>
              <a:gd name="connsiteX8" fmla="*/ 6023619 w 6336704"/>
              <a:gd name="connsiteY8" fmla="*/ 1224136 h 2448272"/>
              <a:gd name="connsiteX9" fmla="*/ 6118967 w 6336704"/>
              <a:gd name="connsiteY9" fmla="*/ 1224136 h 2448272"/>
              <a:gd name="connsiteX10" fmla="*/ 6118967 w 6336704"/>
              <a:gd name="connsiteY10" fmla="*/ 1224136 h 2448272"/>
              <a:gd name="connsiteX11" fmla="*/ 5017220 w 6336704"/>
              <a:gd name="connsiteY11" fmla="*/ 122389 h 2448272"/>
              <a:gd name="connsiteX12" fmla="*/ 1224136 w 6336704"/>
              <a:gd name="connsiteY12" fmla="*/ 122389 h 2448272"/>
              <a:gd name="connsiteX13" fmla="*/ 122389 w 6336704"/>
              <a:gd name="connsiteY13" fmla="*/ 1224136 h 2448272"/>
              <a:gd name="connsiteX14" fmla="*/ 52051 w 6336704"/>
              <a:gd name="connsiteY14" fmla="*/ 1252518 h 2448272"/>
              <a:gd name="connsiteX15" fmla="*/ 0 w 6336704"/>
              <a:gd name="connsiteY15" fmla="*/ 2448272 h 2448272"/>
              <a:gd name="connsiteX0" fmla="*/ 68580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68580 w 6336704"/>
              <a:gd name="connsiteY15" fmla="*/ 1242407 h 1790666"/>
              <a:gd name="connsiteX0" fmla="*/ 78556 w 6336704"/>
              <a:gd name="connsiteY0" fmla="*/ 1242407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15" fmla="*/ 78556 w 6336704"/>
              <a:gd name="connsiteY15" fmla="*/ 1242407 h 1790666"/>
              <a:gd name="connsiteX0" fmla="*/ 52051 w 6336704"/>
              <a:gd name="connsiteY0" fmla="*/ 125251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52518 h 1790666"/>
              <a:gd name="connsiteX0" fmla="*/ 52051 w 6336704"/>
              <a:gd name="connsiteY0" fmla="*/ 1232568 h 1790666"/>
              <a:gd name="connsiteX1" fmla="*/ 0 w 6336704"/>
              <a:gd name="connsiteY1" fmla="*/ 1224136 h 1790666"/>
              <a:gd name="connsiteX2" fmla="*/ 1224136 w 6336704"/>
              <a:gd name="connsiteY2" fmla="*/ 0 h 1790666"/>
              <a:gd name="connsiteX3" fmla="*/ 5017220 w 6336704"/>
              <a:gd name="connsiteY3" fmla="*/ 0 h 1790666"/>
              <a:gd name="connsiteX4" fmla="*/ 6241356 w 6336704"/>
              <a:gd name="connsiteY4" fmla="*/ 1224136 h 1790666"/>
              <a:gd name="connsiteX5" fmla="*/ 6241356 w 6336704"/>
              <a:gd name="connsiteY5" fmla="*/ 1224136 h 1790666"/>
              <a:gd name="connsiteX6" fmla="*/ 6336704 w 6336704"/>
              <a:gd name="connsiteY6" fmla="*/ 1224136 h 1790666"/>
              <a:gd name="connsiteX7" fmla="*/ 6180161 w 6336704"/>
              <a:gd name="connsiteY7" fmla="*/ 1790666 h 1790666"/>
              <a:gd name="connsiteX8" fmla="*/ 6023619 w 6336704"/>
              <a:gd name="connsiteY8" fmla="*/ 1224136 h 1790666"/>
              <a:gd name="connsiteX9" fmla="*/ 6118967 w 6336704"/>
              <a:gd name="connsiteY9" fmla="*/ 1224136 h 1790666"/>
              <a:gd name="connsiteX10" fmla="*/ 6118967 w 6336704"/>
              <a:gd name="connsiteY10" fmla="*/ 1224136 h 1790666"/>
              <a:gd name="connsiteX11" fmla="*/ 5017220 w 6336704"/>
              <a:gd name="connsiteY11" fmla="*/ 122389 h 1790666"/>
              <a:gd name="connsiteX12" fmla="*/ 1224136 w 6336704"/>
              <a:gd name="connsiteY12" fmla="*/ 122389 h 1790666"/>
              <a:gd name="connsiteX13" fmla="*/ 122389 w 6336704"/>
              <a:gd name="connsiteY13" fmla="*/ 1224136 h 1790666"/>
              <a:gd name="connsiteX14" fmla="*/ 52051 w 6336704"/>
              <a:gd name="connsiteY14" fmla="*/ 1232568 h 1790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36704" h="1790666">
                <a:moveTo>
                  <a:pt x="52051" y="1232568"/>
                </a:moveTo>
                <a:lnTo>
                  <a:pt x="0" y="1224136"/>
                </a:lnTo>
                <a:cubicBezTo>
                  <a:pt x="0" y="548064"/>
                  <a:pt x="548064" y="0"/>
                  <a:pt x="1224136" y="0"/>
                </a:cubicBezTo>
                <a:lnTo>
                  <a:pt x="5017220" y="0"/>
                </a:lnTo>
                <a:cubicBezTo>
                  <a:pt x="5693292" y="0"/>
                  <a:pt x="6241356" y="548064"/>
                  <a:pt x="6241356" y="1224136"/>
                </a:cubicBezTo>
                <a:lnTo>
                  <a:pt x="6241356" y="1224136"/>
                </a:lnTo>
                <a:lnTo>
                  <a:pt x="6336704" y="1224136"/>
                </a:lnTo>
                <a:lnTo>
                  <a:pt x="6180161" y="1790666"/>
                </a:lnTo>
                <a:lnTo>
                  <a:pt x="6023619" y="1224136"/>
                </a:lnTo>
                <a:lnTo>
                  <a:pt x="6118967" y="1224136"/>
                </a:lnTo>
                <a:lnTo>
                  <a:pt x="6118967" y="1224136"/>
                </a:lnTo>
                <a:cubicBezTo>
                  <a:pt x="6118967" y="615658"/>
                  <a:pt x="5625698" y="122389"/>
                  <a:pt x="5017220" y="122389"/>
                </a:cubicBezTo>
                <a:lnTo>
                  <a:pt x="1224136" y="122389"/>
                </a:lnTo>
                <a:cubicBezTo>
                  <a:pt x="615658" y="122389"/>
                  <a:pt x="122389" y="615658"/>
                  <a:pt x="122389" y="1224136"/>
                </a:cubicBezTo>
                <a:lnTo>
                  <a:pt x="52051" y="123256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562125877">
                  <a:custGeom>
                    <a:avLst/>
                    <a:gdLst>
                      <a:gd name="connsiteX0" fmla="*/ 62106 w 7560840"/>
                      <a:gd name="connsiteY0" fmla="*/ 1005943 h 1461428"/>
                      <a:gd name="connsiteX1" fmla="*/ 0 w 7560840"/>
                      <a:gd name="connsiteY1" fmla="*/ 999062 h 1461428"/>
                      <a:gd name="connsiteX2" fmla="*/ 1460616 w 7560840"/>
                      <a:gd name="connsiteY2" fmla="*/ 0 h 1461428"/>
                      <a:gd name="connsiteX3" fmla="*/ 2026346 w 7560840"/>
                      <a:gd name="connsiteY3" fmla="*/ 0 h 1461428"/>
                      <a:gd name="connsiteX4" fmla="*/ 2592076 w 7560840"/>
                      <a:gd name="connsiteY4" fmla="*/ 0 h 1461428"/>
                      <a:gd name="connsiteX5" fmla="*/ 3112547 w 7560840"/>
                      <a:gd name="connsiteY5" fmla="*/ 0 h 1461428"/>
                      <a:gd name="connsiteX6" fmla="*/ 3768794 w 7560840"/>
                      <a:gd name="connsiteY6" fmla="*/ 0 h 1461428"/>
                      <a:gd name="connsiteX7" fmla="*/ 4379782 w 7560840"/>
                      <a:gd name="connsiteY7" fmla="*/ 0 h 1461428"/>
                      <a:gd name="connsiteX8" fmla="*/ 4945512 w 7560840"/>
                      <a:gd name="connsiteY8" fmla="*/ 0 h 1461428"/>
                      <a:gd name="connsiteX9" fmla="*/ 5986455 w 7560840"/>
                      <a:gd name="connsiteY9" fmla="*/ 0 h 1461428"/>
                      <a:gd name="connsiteX10" fmla="*/ 7447072 w 7560840"/>
                      <a:gd name="connsiteY10" fmla="*/ 999062 h 1461428"/>
                      <a:gd name="connsiteX11" fmla="*/ 7447072 w 7560840"/>
                      <a:gd name="connsiteY11" fmla="*/ 999062 h 1461428"/>
                      <a:gd name="connsiteX12" fmla="*/ 7560840 w 7560840"/>
                      <a:gd name="connsiteY12" fmla="*/ 999062 h 1461428"/>
                      <a:gd name="connsiteX13" fmla="*/ 7374055 w 7560840"/>
                      <a:gd name="connsiteY13" fmla="*/ 1461428 h 1461428"/>
                      <a:gd name="connsiteX14" fmla="*/ 7187272 w 7560840"/>
                      <a:gd name="connsiteY14" fmla="*/ 999062 h 1461428"/>
                      <a:gd name="connsiteX15" fmla="*/ 7301040 w 7560840"/>
                      <a:gd name="connsiteY15" fmla="*/ 999062 h 1461428"/>
                      <a:gd name="connsiteX16" fmla="*/ 7301040 w 7560840"/>
                      <a:gd name="connsiteY16" fmla="*/ 999062 h 1461428"/>
                      <a:gd name="connsiteX17" fmla="*/ 5986455 w 7560840"/>
                      <a:gd name="connsiteY17" fmla="*/ 99886 h 1461428"/>
                      <a:gd name="connsiteX18" fmla="*/ 5330208 w 7560840"/>
                      <a:gd name="connsiteY18" fmla="*/ 99886 h 1461428"/>
                      <a:gd name="connsiteX19" fmla="*/ 4764478 w 7560840"/>
                      <a:gd name="connsiteY19" fmla="*/ 99886 h 1461428"/>
                      <a:gd name="connsiteX20" fmla="*/ 4198749 w 7560840"/>
                      <a:gd name="connsiteY20" fmla="*/ 99886 h 1461428"/>
                      <a:gd name="connsiteX21" fmla="*/ 3542502 w 7560840"/>
                      <a:gd name="connsiteY21" fmla="*/ 99886 h 1461428"/>
                      <a:gd name="connsiteX22" fmla="*/ 2886255 w 7560840"/>
                      <a:gd name="connsiteY22" fmla="*/ 99886 h 1461428"/>
                      <a:gd name="connsiteX23" fmla="*/ 2365784 w 7560840"/>
                      <a:gd name="connsiteY23" fmla="*/ 99886 h 1461428"/>
                      <a:gd name="connsiteX24" fmla="*/ 1460616 w 7560840"/>
                      <a:gd name="connsiteY24" fmla="*/ 99886 h 1461428"/>
                      <a:gd name="connsiteX25" fmla="*/ 146032 w 7560840"/>
                      <a:gd name="connsiteY25" fmla="*/ 999062 h 1461428"/>
                      <a:gd name="connsiteX26" fmla="*/ 62106 w 7560840"/>
                      <a:gd name="connsiteY26" fmla="*/ 1005943 h 1461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7560840" h="1461428" extrusionOk="0">
                        <a:moveTo>
                          <a:pt x="62106" y="1005943"/>
                        </a:moveTo>
                        <a:cubicBezTo>
                          <a:pt x="35816" y="1005679"/>
                          <a:pt x="21114" y="996219"/>
                          <a:pt x="0" y="999062"/>
                        </a:cubicBezTo>
                        <a:cubicBezTo>
                          <a:pt x="-53072" y="632651"/>
                          <a:pt x="652390" y="57938"/>
                          <a:pt x="1460616" y="0"/>
                        </a:cubicBezTo>
                        <a:cubicBezTo>
                          <a:pt x="1703730" y="-45619"/>
                          <a:pt x="1848664" y="35896"/>
                          <a:pt x="2026346" y="0"/>
                        </a:cubicBezTo>
                        <a:cubicBezTo>
                          <a:pt x="2204028" y="-35896"/>
                          <a:pt x="2395777" y="13457"/>
                          <a:pt x="2592076" y="0"/>
                        </a:cubicBezTo>
                        <a:cubicBezTo>
                          <a:pt x="2788375" y="-13457"/>
                          <a:pt x="2901068" y="11008"/>
                          <a:pt x="3112547" y="0"/>
                        </a:cubicBezTo>
                        <a:cubicBezTo>
                          <a:pt x="3324026" y="-11008"/>
                          <a:pt x="3490665" y="3628"/>
                          <a:pt x="3768794" y="0"/>
                        </a:cubicBezTo>
                        <a:cubicBezTo>
                          <a:pt x="4046923" y="-3628"/>
                          <a:pt x="4195627" y="53516"/>
                          <a:pt x="4379782" y="0"/>
                        </a:cubicBezTo>
                        <a:cubicBezTo>
                          <a:pt x="4563937" y="-53516"/>
                          <a:pt x="4762089" y="37799"/>
                          <a:pt x="4945512" y="0"/>
                        </a:cubicBezTo>
                        <a:cubicBezTo>
                          <a:pt x="5128935" y="-37799"/>
                          <a:pt x="5774577" y="122941"/>
                          <a:pt x="5986455" y="0"/>
                        </a:cubicBezTo>
                        <a:cubicBezTo>
                          <a:pt x="6809671" y="1542"/>
                          <a:pt x="7525917" y="587003"/>
                          <a:pt x="7447072" y="999062"/>
                        </a:cubicBezTo>
                        <a:lnTo>
                          <a:pt x="7447072" y="999062"/>
                        </a:lnTo>
                        <a:cubicBezTo>
                          <a:pt x="7501006" y="998483"/>
                          <a:pt x="7510234" y="1003489"/>
                          <a:pt x="7560840" y="999062"/>
                        </a:cubicBezTo>
                        <a:cubicBezTo>
                          <a:pt x="7502199" y="1161551"/>
                          <a:pt x="7385493" y="1317671"/>
                          <a:pt x="7374055" y="1461428"/>
                        </a:cubicBezTo>
                        <a:cubicBezTo>
                          <a:pt x="7277908" y="1317220"/>
                          <a:pt x="7307813" y="1206517"/>
                          <a:pt x="7187272" y="999062"/>
                        </a:cubicBezTo>
                        <a:cubicBezTo>
                          <a:pt x="7216041" y="988485"/>
                          <a:pt x="7255079" y="1006119"/>
                          <a:pt x="7301040" y="999062"/>
                        </a:cubicBezTo>
                        <a:lnTo>
                          <a:pt x="7301040" y="999062"/>
                        </a:lnTo>
                        <a:cubicBezTo>
                          <a:pt x="7102253" y="564013"/>
                          <a:pt x="6708786" y="65574"/>
                          <a:pt x="5986455" y="99886"/>
                        </a:cubicBezTo>
                        <a:cubicBezTo>
                          <a:pt x="5853736" y="157147"/>
                          <a:pt x="5559338" y="78435"/>
                          <a:pt x="5330208" y="99886"/>
                        </a:cubicBezTo>
                        <a:cubicBezTo>
                          <a:pt x="5101078" y="121337"/>
                          <a:pt x="4926330" y="61264"/>
                          <a:pt x="4764478" y="99886"/>
                        </a:cubicBezTo>
                        <a:cubicBezTo>
                          <a:pt x="4602626" y="138508"/>
                          <a:pt x="4481612" y="76368"/>
                          <a:pt x="4198749" y="99886"/>
                        </a:cubicBezTo>
                        <a:cubicBezTo>
                          <a:pt x="3915886" y="123404"/>
                          <a:pt x="3851945" y="31306"/>
                          <a:pt x="3542502" y="99886"/>
                        </a:cubicBezTo>
                        <a:cubicBezTo>
                          <a:pt x="3233059" y="168466"/>
                          <a:pt x="3118251" y="44510"/>
                          <a:pt x="2886255" y="99886"/>
                        </a:cubicBezTo>
                        <a:cubicBezTo>
                          <a:pt x="2654259" y="155262"/>
                          <a:pt x="2483773" y="85228"/>
                          <a:pt x="2365784" y="99886"/>
                        </a:cubicBezTo>
                        <a:cubicBezTo>
                          <a:pt x="2247795" y="114544"/>
                          <a:pt x="1699656" y="-481"/>
                          <a:pt x="1460616" y="99886"/>
                        </a:cubicBezTo>
                        <a:cubicBezTo>
                          <a:pt x="715151" y="34220"/>
                          <a:pt x="158341" y="485655"/>
                          <a:pt x="146032" y="999062"/>
                        </a:cubicBezTo>
                        <a:cubicBezTo>
                          <a:pt x="117175" y="1003350"/>
                          <a:pt x="98811" y="1000271"/>
                          <a:pt x="62106" y="100594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938D43-BD90-66C0-D9FB-6741A7853D18}"/>
              </a:ext>
            </a:extLst>
          </p:cNvPr>
          <p:cNvSpPr txBox="1"/>
          <p:nvPr/>
        </p:nvSpPr>
        <p:spPr bwMode="auto">
          <a:xfrm>
            <a:off x="1828118" y="1663679"/>
            <a:ext cx="4576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inspections according to ASTM D6433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57F37-0927-4396-B37D-A4ED912D4496}"/>
              </a:ext>
            </a:extLst>
          </p:cNvPr>
          <p:cNvSpPr txBox="1"/>
          <p:nvPr/>
        </p:nvSpPr>
        <p:spPr bwMode="auto">
          <a:xfrm>
            <a:off x="593513" y="1337596"/>
            <a:ext cx="44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C83C0-4DCE-F4B5-47DD-8B905CC01B26}"/>
              </a:ext>
            </a:extLst>
          </p:cNvPr>
          <p:cNvSpPr txBox="1"/>
          <p:nvPr/>
        </p:nvSpPr>
        <p:spPr bwMode="auto">
          <a:xfrm>
            <a:off x="656122" y="5124667"/>
            <a:ext cx="6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24D6D-1325-4FD4-FFC4-C66CD19C7939}"/>
              </a:ext>
            </a:extLst>
          </p:cNvPr>
          <p:cNvSpPr txBox="1"/>
          <p:nvPr/>
        </p:nvSpPr>
        <p:spPr bwMode="auto">
          <a:xfrm>
            <a:off x="1702080" y="2818627"/>
            <a:ext cx="633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2950182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3F011F-A505-9EFC-E3E7-B7A7BBAC11CC}"/>
              </a:ext>
            </a:extLst>
          </p:cNvPr>
          <p:cNvSpPr/>
          <p:nvPr/>
        </p:nvSpPr>
        <p:spPr>
          <a:xfrm>
            <a:off x="-7357907" y="35251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FF7FAE-5F9C-95A4-8A33-BD6C31733B10}"/>
              </a:ext>
            </a:extLst>
          </p:cNvPr>
          <p:cNvSpPr/>
          <p:nvPr/>
        </p:nvSpPr>
        <p:spPr>
          <a:xfrm>
            <a:off x="-7357907" y="78244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446C6F-9F03-CB3F-AA57-7C6303CD2E99}"/>
              </a:ext>
            </a:extLst>
          </p:cNvPr>
          <p:cNvSpPr/>
          <p:nvPr/>
        </p:nvSpPr>
        <p:spPr>
          <a:xfrm>
            <a:off x="-7285899" y="121449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E73999-CD05-73F6-9F08-995721C38203}"/>
              </a:ext>
            </a:extLst>
          </p:cNvPr>
          <p:cNvSpPr/>
          <p:nvPr/>
        </p:nvSpPr>
        <p:spPr>
          <a:xfrm>
            <a:off x="-7357907" y="1648433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AC84F-7694-B708-6BED-B8D2A38EE50D}"/>
              </a:ext>
            </a:extLst>
          </p:cNvPr>
          <p:cNvSpPr/>
          <p:nvPr/>
        </p:nvSpPr>
        <p:spPr>
          <a:xfrm>
            <a:off x="-7357907" y="2078371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D3775-4A4F-5856-8D1A-3CC2834053DE}"/>
              </a:ext>
            </a:extLst>
          </p:cNvPr>
          <p:cNvSpPr/>
          <p:nvPr/>
        </p:nvSpPr>
        <p:spPr>
          <a:xfrm>
            <a:off x="-7285899" y="2510419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1C1340-0850-512B-F368-EC9DACCB57CE}"/>
              </a:ext>
            </a:extLst>
          </p:cNvPr>
          <p:cNvSpPr/>
          <p:nvPr/>
        </p:nvSpPr>
        <p:spPr>
          <a:xfrm>
            <a:off x="-7285899" y="2942467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31EA93-60AC-6578-0E87-E39AE4253631}"/>
              </a:ext>
            </a:extLst>
          </p:cNvPr>
          <p:cNvSpPr/>
          <p:nvPr/>
        </p:nvSpPr>
        <p:spPr>
          <a:xfrm>
            <a:off x="-7357907" y="366299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646D5-D247-B607-2DD7-2AEDF9ECA719}"/>
              </a:ext>
            </a:extLst>
          </p:cNvPr>
          <p:cNvSpPr/>
          <p:nvPr/>
        </p:nvSpPr>
        <p:spPr>
          <a:xfrm>
            <a:off x="-7357907" y="405686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1A116-77E9-0D61-DCBF-486C98E86D7B}"/>
              </a:ext>
            </a:extLst>
          </p:cNvPr>
          <p:cNvSpPr/>
          <p:nvPr/>
        </p:nvSpPr>
        <p:spPr>
          <a:xfrm>
            <a:off x="-7318957" y="445073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B4450F-72CF-5932-5F95-465BDB7FE4BE}"/>
              </a:ext>
            </a:extLst>
          </p:cNvPr>
          <p:cNvSpPr/>
          <p:nvPr/>
        </p:nvSpPr>
        <p:spPr>
          <a:xfrm>
            <a:off x="-7303487" y="4844612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A33DAA-C51F-E9B9-A4CA-BFB2EB8A0F97}"/>
              </a:ext>
            </a:extLst>
          </p:cNvPr>
          <p:cNvSpPr/>
          <p:nvPr/>
        </p:nvSpPr>
        <p:spPr>
          <a:xfrm>
            <a:off x="-7321903" y="5251173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05C23-6A5B-3C82-C307-81B332797DEE}"/>
              </a:ext>
            </a:extLst>
          </p:cNvPr>
          <p:cNvSpPr/>
          <p:nvPr/>
        </p:nvSpPr>
        <p:spPr>
          <a:xfrm>
            <a:off x="-7334427" y="566174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0D7BDF-4B78-405B-ECE9-37995F30A9E0}"/>
              </a:ext>
            </a:extLst>
          </p:cNvPr>
          <p:cNvSpPr/>
          <p:nvPr/>
        </p:nvSpPr>
        <p:spPr>
          <a:xfrm>
            <a:off x="-7360136" y="6088670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ED08D4-418F-2949-FA30-5151D8D5ABFA}"/>
              </a:ext>
            </a:extLst>
          </p:cNvPr>
          <p:cNvSpPr/>
          <p:nvPr/>
        </p:nvSpPr>
        <p:spPr>
          <a:xfrm>
            <a:off x="-4805965" y="40716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DDBC16-9DDE-1DCD-9C17-4A6BC39EDFBF}"/>
              </a:ext>
            </a:extLst>
          </p:cNvPr>
          <p:cNvSpPr/>
          <p:nvPr/>
        </p:nvSpPr>
        <p:spPr>
          <a:xfrm>
            <a:off x="-4805965" y="83710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FCA9DC-01B4-EFFF-7237-B01510E7106A}"/>
              </a:ext>
            </a:extLst>
          </p:cNvPr>
          <p:cNvSpPr/>
          <p:nvPr/>
        </p:nvSpPr>
        <p:spPr>
          <a:xfrm>
            <a:off x="-4625945" y="126703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063443-0B04-F2A6-F84D-9B86768BD794}"/>
              </a:ext>
            </a:extLst>
          </p:cNvPr>
          <p:cNvSpPr/>
          <p:nvPr/>
        </p:nvSpPr>
        <p:spPr>
          <a:xfrm>
            <a:off x="-4805634" y="169302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5FD3AB-940A-EE14-89D0-FBE75D3E92AA}"/>
              </a:ext>
            </a:extLst>
          </p:cNvPr>
          <p:cNvSpPr/>
          <p:nvPr/>
        </p:nvSpPr>
        <p:spPr>
          <a:xfrm>
            <a:off x="-4805634" y="212296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A51010-4DBF-F5B7-1956-7BF4909F1241}"/>
              </a:ext>
            </a:extLst>
          </p:cNvPr>
          <p:cNvSpPr/>
          <p:nvPr/>
        </p:nvSpPr>
        <p:spPr>
          <a:xfrm>
            <a:off x="-4733626" y="255500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6E8716-DB4A-0BC3-8648-AB8160B8C83B}"/>
              </a:ext>
            </a:extLst>
          </p:cNvPr>
          <p:cNvSpPr/>
          <p:nvPr/>
        </p:nvSpPr>
        <p:spPr>
          <a:xfrm>
            <a:off x="-4678313" y="2997119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A4E1B6-7ADB-CADF-2CCA-AC3DC12FA691}"/>
              </a:ext>
            </a:extLst>
          </p:cNvPr>
          <p:cNvSpPr/>
          <p:nvPr/>
        </p:nvSpPr>
        <p:spPr>
          <a:xfrm>
            <a:off x="-4750321" y="371764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2430F3-3DAC-BA4E-FF85-54FE9963631B}"/>
              </a:ext>
            </a:extLst>
          </p:cNvPr>
          <p:cNvSpPr/>
          <p:nvPr/>
        </p:nvSpPr>
        <p:spPr>
          <a:xfrm>
            <a:off x="-4750321" y="411151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672E08-01E6-57C2-2F4B-CFA76502664E}"/>
              </a:ext>
            </a:extLst>
          </p:cNvPr>
          <p:cNvSpPr/>
          <p:nvPr/>
        </p:nvSpPr>
        <p:spPr>
          <a:xfrm>
            <a:off x="-4711371" y="450539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D184E9-FCB9-F344-8CDD-EFCA7AF49896}"/>
              </a:ext>
            </a:extLst>
          </p:cNvPr>
          <p:cNvSpPr/>
          <p:nvPr/>
        </p:nvSpPr>
        <p:spPr>
          <a:xfrm>
            <a:off x="-4695901" y="4899264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F98B1E-CDEB-3AA0-CA09-18A7B16BF470}"/>
              </a:ext>
            </a:extLst>
          </p:cNvPr>
          <p:cNvSpPr/>
          <p:nvPr/>
        </p:nvSpPr>
        <p:spPr>
          <a:xfrm>
            <a:off x="-4733957" y="531232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D291BF-FA55-6ACB-FF8A-AA228B5C3FD6}"/>
              </a:ext>
            </a:extLst>
          </p:cNvPr>
          <p:cNvSpPr/>
          <p:nvPr/>
        </p:nvSpPr>
        <p:spPr>
          <a:xfrm>
            <a:off x="-4746481" y="5722891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DFE0AF-D07F-3485-7FFC-89ABBFBC3072}"/>
              </a:ext>
            </a:extLst>
          </p:cNvPr>
          <p:cNvSpPr/>
          <p:nvPr/>
        </p:nvSpPr>
        <p:spPr>
          <a:xfrm>
            <a:off x="-4895975" y="6153056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(p=0.0125)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13130D-1670-2B9C-D9B9-62369F28B3F6}"/>
              </a:ext>
            </a:extLst>
          </p:cNvPr>
          <p:cNvSpPr/>
          <p:nvPr/>
        </p:nvSpPr>
        <p:spPr>
          <a:xfrm>
            <a:off x="-2412111" y="40716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337982-C6FF-131F-AEF8-F0FBF3AA5BA4}"/>
              </a:ext>
            </a:extLst>
          </p:cNvPr>
          <p:cNvSpPr/>
          <p:nvPr/>
        </p:nvSpPr>
        <p:spPr>
          <a:xfrm>
            <a:off x="-2412111" y="83710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3012CB-0D0C-FF8C-BF17-76AD481633AA}"/>
              </a:ext>
            </a:extLst>
          </p:cNvPr>
          <p:cNvSpPr/>
          <p:nvPr/>
        </p:nvSpPr>
        <p:spPr>
          <a:xfrm>
            <a:off x="-2232091" y="126703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E80743-94F6-A4AF-5102-4835EB6E5943}"/>
              </a:ext>
            </a:extLst>
          </p:cNvPr>
          <p:cNvSpPr/>
          <p:nvPr/>
        </p:nvSpPr>
        <p:spPr>
          <a:xfrm>
            <a:off x="-2411780" y="169302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06A5C4-FEFF-07F4-FA8F-AF8C8BDF6932}"/>
              </a:ext>
            </a:extLst>
          </p:cNvPr>
          <p:cNvSpPr/>
          <p:nvPr/>
        </p:nvSpPr>
        <p:spPr>
          <a:xfrm>
            <a:off x="-2411780" y="212296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FA014B-5FBE-908C-B861-5F88D1F7AEBA}"/>
              </a:ext>
            </a:extLst>
          </p:cNvPr>
          <p:cNvSpPr/>
          <p:nvPr/>
        </p:nvSpPr>
        <p:spPr>
          <a:xfrm>
            <a:off x="-2339772" y="255500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6D358E-879F-F050-85C7-658E0B299524}"/>
              </a:ext>
            </a:extLst>
          </p:cNvPr>
          <p:cNvSpPr/>
          <p:nvPr/>
        </p:nvSpPr>
        <p:spPr>
          <a:xfrm>
            <a:off x="-2284459" y="2997119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9691DA-022E-3505-D434-50A29D0D131E}"/>
              </a:ext>
            </a:extLst>
          </p:cNvPr>
          <p:cNvSpPr/>
          <p:nvPr/>
        </p:nvSpPr>
        <p:spPr>
          <a:xfrm>
            <a:off x="-2356467" y="371764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FD378E-E587-3F9D-2B64-97AEB8B576B6}"/>
              </a:ext>
            </a:extLst>
          </p:cNvPr>
          <p:cNvSpPr/>
          <p:nvPr/>
        </p:nvSpPr>
        <p:spPr>
          <a:xfrm>
            <a:off x="-2356467" y="411151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09593A-5F26-B5ED-DC08-FBCB6A546807}"/>
              </a:ext>
            </a:extLst>
          </p:cNvPr>
          <p:cNvSpPr/>
          <p:nvPr/>
        </p:nvSpPr>
        <p:spPr>
          <a:xfrm>
            <a:off x="-2317517" y="450539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2411EC-98C7-F369-D7E1-3FDC029D0C61}"/>
              </a:ext>
            </a:extLst>
          </p:cNvPr>
          <p:cNvSpPr/>
          <p:nvPr/>
        </p:nvSpPr>
        <p:spPr>
          <a:xfrm>
            <a:off x="-2302047" y="4899264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B4D005-5CAD-10E0-FDA5-AC0198E4815C}"/>
              </a:ext>
            </a:extLst>
          </p:cNvPr>
          <p:cNvSpPr/>
          <p:nvPr/>
        </p:nvSpPr>
        <p:spPr>
          <a:xfrm>
            <a:off x="-2340103" y="531232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3F9418-3DF5-4FE5-4A55-B9D1B77229D6}"/>
              </a:ext>
            </a:extLst>
          </p:cNvPr>
          <p:cNvSpPr/>
          <p:nvPr/>
        </p:nvSpPr>
        <p:spPr>
          <a:xfrm>
            <a:off x="-2352627" y="5722891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E42CC12-C1C5-C1F7-6E56-A1BEB5BD0C9E}"/>
              </a:ext>
            </a:extLst>
          </p:cNvPr>
          <p:cNvSpPr/>
          <p:nvPr/>
        </p:nvSpPr>
        <p:spPr>
          <a:xfrm>
            <a:off x="-2502121" y="6153056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(p=0.025)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2A3242-A499-3FBF-DE9A-29A6FBB50F92}"/>
              </a:ext>
            </a:extLst>
          </p:cNvPr>
          <p:cNvSpPr/>
          <p:nvPr/>
        </p:nvSpPr>
        <p:spPr>
          <a:xfrm>
            <a:off x="-71877" y="40322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823967-CBCA-BE9C-D882-6DB97E38E599}"/>
              </a:ext>
            </a:extLst>
          </p:cNvPr>
          <p:cNvSpPr/>
          <p:nvPr/>
        </p:nvSpPr>
        <p:spPr>
          <a:xfrm>
            <a:off x="-71877" y="833166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FA1C11-9D22-FCB4-22D1-4591796618BF}"/>
              </a:ext>
            </a:extLst>
          </p:cNvPr>
          <p:cNvSpPr/>
          <p:nvPr/>
        </p:nvSpPr>
        <p:spPr>
          <a:xfrm>
            <a:off x="108143" y="126310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DD0AEB-DADB-11E9-496B-F1415A400B17}"/>
              </a:ext>
            </a:extLst>
          </p:cNvPr>
          <p:cNvSpPr/>
          <p:nvPr/>
        </p:nvSpPr>
        <p:spPr>
          <a:xfrm>
            <a:off x="12986" y="1695141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DD76F87-AF1F-034E-F014-061913F203EA}"/>
              </a:ext>
            </a:extLst>
          </p:cNvPr>
          <p:cNvSpPr/>
          <p:nvPr/>
        </p:nvSpPr>
        <p:spPr>
          <a:xfrm>
            <a:off x="12986" y="212507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EE0E1B-7397-31B3-9A9E-EFF23131FE90}"/>
              </a:ext>
            </a:extLst>
          </p:cNvPr>
          <p:cNvSpPr/>
          <p:nvPr/>
        </p:nvSpPr>
        <p:spPr>
          <a:xfrm>
            <a:off x="84994" y="2557127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C271404-71AF-1D26-B57C-7B68693B5961}"/>
              </a:ext>
            </a:extLst>
          </p:cNvPr>
          <p:cNvSpPr/>
          <p:nvPr/>
        </p:nvSpPr>
        <p:spPr>
          <a:xfrm>
            <a:off x="206632" y="3069348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1FF425-74C7-888E-A834-212E654E37FA}"/>
              </a:ext>
            </a:extLst>
          </p:cNvPr>
          <p:cNvSpPr/>
          <p:nvPr/>
        </p:nvSpPr>
        <p:spPr>
          <a:xfrm>
            <a:off x="134624" y="3789871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88833F8-CBBA-3B11-A9E3-ECD4B27059CB}"/>
              </a:ext>
            </a:extLst>
          </p:cNvPr>
          <p:cNvSpPr/>
          <p:nvPr/>
        </p:nvSpPr>
        <p:spPr>
          <a:xfrm>
            <a:off x="134624" y="418374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AF0BAC3-C97A-C7BB-A9BA-609A2AE151A9}"/>
              </a:ext>
            </a:extLst>
          </p:cNvPr>
          <p:cNvSpPr/>
          <p:nvPr/>
        </p:nvSpPr>
        <p:spPr>
          <a:xfrm>
            <a:off x="173574" y="4577619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D8B0950-E556-E4C6-68A4-028439D09AA8}"/>
              </a:ext>
            </a:extLst>
          </p:cNvPr>
          <p:cNvSpPr/>
          <p:nvPr/>
        </p:nvSpPr>
        <p:spPr>
          <a:xfrm>
            <a:off x="189044" y="4971493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3CD82C-15CB-D496-D2CB-D29F1715C2E1}"/>
              </a:ext>
            </a:extLst>
          </p:cNvPr>
          <p:cNvSpPr/>
          <p:nvPr/>
        </p:nvSpPr>
        <p:spPr>
          <a:xfrm>
            <a:off x="150988" y="5384553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021DFB-43F5-DC37-078B-F03A9949FCC5}"/>
              </a:ext>
            </a:extLst>
          </p:cNvPr>
          <p:cNvSpPr/>
          <p:nvPr/>
        </p:nvSpPr>
        <p:spPr>
          <a:xfrm>
            <a:off x="138464" y="579512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EEFC29B-B6AA-9188-6CE2-E6C17D0004DD}"/>
              </a:ext>
            </a:extLst>
          </p:cNvPr>
          <p:cNvSpPr/>
          <p:nvPr/>
        </p:nvSpPr>
        <p:spPr>
          <a:xfrm>
            <a:off x="-11030" y="6225285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(p=0.0375)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C01FEB0-A27C-0FB4-50A6-F6237AE31BE8}"/>
              </a:ext>
            </a:extLst>
          </p:cNvPr>
          <p:cNvSpPr/>
          <p:nvPr/>
        </p:nvSpPr>
        <p:spPr>
          <a:xfrm>
            <a:off x="2198524" y="370393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93B55D2-1696-1788-3D3F-87E72789CCE5}"/>
              </a:ext>
            </a:extLst>
          </p:cNvPr>
          <p:cNvSpPr/>
          <p:nvPr/>
        </p:nvSpPr>
        <p:spPr>
          <a:xfrm>
            <a:off x="2198524" y="800331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CA7E9A5-89C0-2A62-2F96-45D204802F13}"/>
              </a:ext>
            </a:extLst>
          </p:cNvPr>
          <p:cNvSpPr/>
          <p:nvPr/>
        </p:nvSpPr>
        <p:spPr>
          <a:xfrm>
            <a:off x="2378544" y="1230269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2CF296A-AE10-ADF0-191E-BCE44FAD2F30}"/>
              </a:ext>
            </a:extLst>
          </p:cNvPr>
          <p:cNvSpPr/>
          <p:nvPr/>
        </p:nvSpPr>
        <p:spPr>
          <a:xfrm>
            <a:off x="2283387" y="166230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192E75C-4602-C16F-4D61-9F049053BE33}"/>
              </a:ext>
            </a:extLst>
          </p:cNvPr>
          <p:cNvSpPr/>
          <p:nvPr/>
        </p:nvSpPr>
        <p:spPr>
          <a:xfrm>
            <a:off x="2283387" y="2092244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381BFC3-E8FD-091C-F0CD-CE255BB55C05}"/>
              </a:ext>
            </a:extLst>
          </p:cNvPr>
          <p:cNvSpPr/>
          <p:nvPr/>
        </p:nvSpPr>
        <p:spPr>
          <a:xfrm>
            <a:off x="2355395" y="252429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0D4E8E2-6463-13EB-7174-31B5FAA8EC9D}"/>
              </a:ext>
            </a:extLst>
          </p:cNvPr>
          <p:cNvSpPr/>
          <p:nvPr/>
        </p:nvSpPr>
        <p:spPr>
          <a:xfrm>
            <a:off x="2477033" y="3036513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2FCA763-28F8-0621-10E3-D6DB5F3484CE}"/>
              </a:ext>
            </a:extLst>
          </p:cNvPr>
          <p:cNvSpPr/>
          <p:nvPr/>
        </p:nvSpPr>
        <p:spPr>
          <a:xfrm>
            <a:off x="2405025" y="375703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24EC92D-D8D7-CDD6-8E42-85DC367B7A5A}"/>
              </a:ext>
            </a:extLst>
          </p:cNvPr>
          <p:cNvSpPr/>
          <p:nvPr/>
        </p:nvSpPr>
        <p:spPr>
          <a:xfrm>
            <a:off x="2405025" y="415091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6D128F0-DECE-C199-FA3A-068CB6AAD5F6}"/>
              </a:ext>
            </a:extLst>
          </p:cNvPr>
          <p:cNvSpPr/>
          <p:nvPr/>
        </p:nvSpPr>
        <p:spPr>
          <a:xfrm>
            <a:off x="2443975" y="454478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CC54926-E374-367F-DED2-B4D314D7F444}"/>
              </a:ext>
            </a:extLst>
          </p:cNvPr>
          <p:cNvSpPr/>
          <p:nvPr/>
        </p:nvSpPr>
        <p:spPr>
          <a:xfrm>
            <a:off x="2459445" y="4938658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6120E4F-99DC-CC2F-03B1-28E0F313C180}"/>
              </a:ext>
            </a:extLst>
          </p:cNvPr>
          <p:cNvSpPr/>
          <p:nvPr/>
        </p:nvSpPr>
        <p:spPr>
          <a:xfrm>
            <a:off x="2421389" y="535171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A89544D-77EC-1609-E7F7-98175452BDD0}"/>
              </a:ext>
            </a:extLst>
          </p:cNvPr>
          <p:cNvSpPr/>
          <p:nvPr/>
        </p:nvSpPr>
        <p:spPr>
          <a:xfrm>
            <a:off x="2408865" y="5762285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F8E593C-9FD0-0457-403A-B99157F91E14}"/>
              </a:ext>
            </a:extLst>
          </p:cNvPr>
          <p:cNvSpPr/>
          <p:nvPr/>
        </p:nvSpPr>
        <p:spPr>
          <a:xfrm>
            <a:off x="2259371" y="6192450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(p=0.05)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793FC1C-585E-0544-5B2D-DAA23B350FA9}"/>
              </a:ext>
            </a:extLst>
          </p:cNvPr>
          <p:cNvSpPr/>
          <p:nvPr/>
        </p:nvSpPr>
        <p:spPr>
          <a:xfrm>
            <a:off x="4555202" y="38743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445BF6F-7991-303B-0F94-6CBC0E14C929}"/>
              </a:ext>
            </a:extLst>
          </p:cNvPr>
          <p:cNvSpPr/>
          <p:nvPr/>
        </p:nvSpPr>
        <p:spPr>
          <a:xfrm>
            <a:off x="4555202" y="81736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175A52D-EE22-DBDF-2433-3C085F2DEB7B}"/>
              </a:ext>
            </a:extLst>
          </p:cNvPr>
          <p:cNvSpPr/>
          <p:nvPr/>
        </p:nvSpPr>
        <p:spPr>
          <a:xfrm>
            <a:off x="4735222" y="124730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C3203EE-954B-0CBF-BF28-560055C8542A}"/>
              </a:ext>
            </a:extLst>
          </p:cNvPr>
          <p:cNvSpPr/>
          <p:nvPr/>
        </p:nvSpPr>
        <p:spPr>
          <a:xfrm>
            <a:off x="4555533" y="167329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B82196-EECF-5174-99AD-C0676EF7D9A7}"/>
              </a:ext>
            </a:extLst>
          </p:cNvPr>
          <p:cNvSpPr/>
          <p:nvPr/>
        </p:nvSpPr>
        <p:spPr>
          <a:xfrm>
            <a:off x="4555533" y="210322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7D63D6B-E193-03B2-8AF7-8C6B53BFB76B}"/>
              </a:ext>
            </a:extLst>
          </p:cNvPr>
          <p:cNvSpPr/>
          <p:nvPr/>
        </p:nvSpPr>
        <p:spPr>
          <a:xfrm>
            <a:off x="4627541" y="253527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BE782D7-40DD-38FA-3087-EE2E78A142B3}"/>
              </a:ext>
            </a:extLst>
          </p:cNvPr>
          <p:cNvSpPr/>
          <p:nvPr/>
        </p:nvSpPr>
        <p:spPr>
          <a:xfrm>
            <a:off x="4682854" y="2977387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B484536-06E2-0C36-0DBB-3590E49A8B77}"/>
              </a:ext>
            </a:extLst>
          </p:cNvPr>
          <p:cNvSpPr/>
          <p:nvPr/>
        </p:nvSpPr>
        <p:spPr>
          <a:xfrm>
            <a:off x="4610846" y="369791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A578D5A-6B4D-1FDD-ECBD-EBA804EA13BD}"/>
              </a:ext>
            </a:extLst>
          </p:cNvPr>
          <p:cNvSpPr/>
          <p:nvPr/>
        </p:nvSpPr>
        <p:spPr>
          <a:xfrm>
            <a:off x="4610846" y="409178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71ECF6D-630D-92F9-C8FF-1868E6CC620D}"/>
              </a:ext>
            </a:extLst>
          </p:cNvPr>
          <p:cNvSpPr/>
          <p:nvPr/>
        </p:nvSpPr>
        <p:spPr>
          <a:xfrm>
            <a:off x="4649796" y="448565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C51B826-519F-8392-E03C-B77D0A427813}"/>
              </a:ext>
            </a:extLst>
          </p:cNvPr>
          <p:cNvSpPr/>
          <p:nvPr/>
        </p:nvSpPr>
        <p:spPr>
          <a:xfrm>
            <a:off x="4665266" y="4879532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3BC6BE1-F343-7C05-053E-E30BC34A3DF2}"/>
              </a:ext>
            </a:extLst>
          </p:cNvPr>
          <p:cNvSpPr/>
          <p:nvPr/>
        </p:nvSpPr>
        <p:spPr>
          <a:xfrm>
            <a:off x="4627210" y="529259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7EB7D9A-3DCC-9020-1F29-2207A7E874B7}"/>
              </a:ext>
            </a:extLst>
          </p:cNvPr>
          <p:cNvSpPr/>
          <p:nvPr/>
        </p:nvSpPr>
        <p:spPr>
          <a:xfrm>
            <a:off x="4614686" y="570315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D1B79D2-69A8-0FFF-3723-4FFA492EC649}"/>
              </a:ext>
            </a:extLst>
          </p:cNvPr>
          <p:cNvSpPr/>
          <p:nvPr/>
        </p:nvSpPr>
        <p:spPr>
          <a:xfrm>
            <a:off x="4465192" y="6133324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(p=0.0625)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723FF31-43BA-AA0B-5370-B674A0E24A7B}"/>
              </a:ext>
            </a:extLst>
          </p:cNvPr>
          <p:cNvSpPr/>
          <p:nvPr/>
        </p:nvSpPr>
        <p:spPr>
          <a:xfrm>
            <a:off x="6949056" y="38743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64A0C22-70AC-65B6-78DC-837AFF70EF5A}"/>
              </a:ext>
            </a:extLst>
          </p:cNvPr>
          <p:cNvSpPr/>
          <p:nvPr/>
        </p:nvSpPr>
        <p:spPr>
          <a:xfrm>
            <a:off x="6949056" y="81736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9B29C6D-14B8-5263-3946-8E62CCD442C9}"/>
              </a:ext>
            </a:extLst>
          </p:cNvPr>
          <p:cNvSpPr/>
          <p:nvPr/>
        </p:nvSpPr>
        <p:spPr>
          <a:xfrm>
            <a:off x="7129076" y="124730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E594C15-C8A7-BB21-336F-D6E510DB5F56}"/>
              </a:ext>
            </a:extLst>
          </p:cNvPr>
          <p:cNvSpPr/>
          <p:nvPr/>
        </p:nvSpPr>
        <p:spPr>
          <a:xfrm>
            <a:off x="6949387" y="167329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7E2C287-EB82-A4B8-468F-1B6F3D3A6DC8}"/>
              </a:ext>
            </a:extLst>
          </p:cNvPr>
          <p:cNvSpPr/>
          <p:nvPr/>
        </p:nvSpPr>
        <p:spPr>
          <a:xfrm>
            <a:off x="6949387" y="210322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6129A37-DE41-47FD-04A1-A3806DCC78C3}"/>
              </a:ext>
            </a:extLst>
          </p:cNvPr>
          <p:cNvSpPr/>
          <p:nvPr/>
        </p:nvSpPr>
        <p:spPr>
          <a:xfrm>
            <a:off x="7021395" y="253527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5CB308-926C-DE11-10CD-367E61865589}"/>
              </a:ext>
            </a:extLst>
          </p:cNvPr>
          <p:cNvSpPr/>
          <p:nvPr/>
        </p:nvSpPr>
        <p:spPr>
          <a:xfrm>
            <a:off x="7076708" y="2977387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8223272-06E4-467E-7039-63C3A80AD933}"/>
              </a:ext>
            </a:extLst>
          </p:cNvPr>
          <p:cNvSpPr/>
          <p:nvPr/>
        </p:nvSpPr>
        <p:spPr>
          <a:xfrm>
            <a:off x="7004700" y="369791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FA50955-80AF-439D-DDC9-F0F4603C62F2}"/>
              </a:ext>
            </a:extLst>
          </p:cNvPr>
          <p:cNvSpPr/>
          <p:nvPr/>
        </p:nvSpPr>
        <p:spPr>
          <a:xfrm>
            <a:off x="7004700" y="409178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9D4EBB8-3335-2A0D-726D-F009612804A5}"/>
              </a:ext>
            </a:extLst>
          </p:cNvPr>
          <p:cNvSpPr/>
          <p:nvPr/>
        </p:nvSpPr>
        <p:spPr>
          <a:xfrm>
            <a:off x="7043650" y="448565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878334A-EF0C-6925-D1C5-BFF9DE6BC565}"/>
              </a:ext>
            </a:extLst>
          </p:cNvPr>
          <p:cNvSpPr/>
          <p:nvPr/>
        </p:nvSpPr>
        <p:spPr>
          <a:xfrm>
            <a:off x="7059120" y="4879532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C764BEC-5004-90C6-8809-A3A35435DC17}"/>
              </a:ext>
            </a:extLst>
          </p:cNvPr>
          <p:cNvSpPr/>
          <p:nvPr/>
        </p:nvSpPr>
        <p:spPr>
          <a:xfrm>
            <a:off x="7021064" y="529259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E6EC311-7F72-C0F4-BB7B-D4EDB6E1F514}"/>
              </a:ext>
            </a:extLst>
          </p:cNvPr>
          <p:cNvSpPr/>
          <p:nvPr/>
        </p:nvSpPr>
        <p:spPr>
          <a:xfrm>
            <a:off x="7008540" y="570315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6A79061-BE4B-3EC7-9567-24259847608E}"/>
              </a:ext>
            </a:extLst>
          </p:cNvPr>
          <p:cNvSpPr/>
          <p:nvPr/>
        </p:nvSpPr>
        <p:spPr>
          <a:xfrm>
            <a:off x="6859046" y="6133324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(p=0.075)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5D4668F-7507-30C1-47FD-021EFC43AD7A}"/>
              </a:ext>
            </a:extLst>
          </p:cNvPr>
          <p:cNvSpPr/>
          <p:nvPr/>
        </p:nvSpPr>
        <p:spPr>
          <a:xfrm>
            <a:off x="9234010" y="33056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9AEAAD1-5E93-8451-2827-B2D6AED2163B}"/>
              </a:ext>
            </a:extLst>
          </p:cNvPr>
          <p:cNvSpPr/>
          <p:nvPr/>
        </p:nvSpPr>
        <p:spPr>
          <a:xfrm>
            <a:off x="9234010" y="760504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24E9C58-BA9B-67DF-5DB0-19C514F02173}"/>
              </a:ext>
            </a:extLst>
          </p:cNvPr>
          <p:cNvSpPr/>
          <p:nvPr/>
        </p:nvSpPr>
        <p:spPr>
          <a:xfrm>
            <a:off x="9414030" y="119044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097A4C9-C6CE-D2C9-00A7-0BB31A7DE30E}"/>
              </a:ext>
            </a:extLst>
          </p:cNvPr>
          <p:cNvSpPr/>
          <p:nvPr/>
        </p:nvSpPr>
        <p:spPr>
          <a:xfrm>
            <a:off x="9234341" y="161642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455677F-43C0-6DB1-1DD5-F238BB8D2F53}"/>
              </a:ext>
            </a:extLst>
          </p:cNvPr>
          <p:cNvSpPr/>
          <p:nvPr/>
        </p:nvSpPr>
        <p:spPr>
          <a:xfrm>
            <a:off x="9234341" y="2046364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A6E8956-2F0E-D8AE-E06C-E3BFFF3F8A0E}"/>
              </a:ext>
            </a:extLst>
          </p:cNvPr>
          <p:cNvSpPr/>
          <p:nvPr/>
        </p:nvSpPr>
        <p:spPr>
          <a:xfrm>
            <a:off x="9306349" y="247841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DC99A46-5B89-C4F7-BD28-EE8BA8568AF2}"/>
              </a:ext>
            </a:extLst>
          </p:cNvPr>
          <p:cNvSpPr/>
          <p:nvPr/>
        </p:nvSpPr>
        <p:spPr>
          <a:xfrm>
            <a:off x="9361662" y="2920523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F7450BB-38CD-F67E-D76C-452DDD5AEF00}"/>
              </a:ext>
            </a:extLst>
          </p:cNvPr>
          <p:cNvSpPr/>
          <p:nvPr/>
        </p:nvSpPr>
        <p:spPr>
          <a:xfrm>
            <a:off x="9289654" y="364104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7FB8600-D146-9E68-AB47-AC4EA3CBA985}"/>
              </a:ext>
            </a:extLst>
          </p:cNvPr>
          <p:cNvSpPr/>
          <p:nvPr/>
        </p:nvSpPr>
        <p:spPr>
          <a:xfrm>
            <a:off x="9289654" y="403492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F1D8B68-2BA1-01C1-C6CB-40D23BF615BA}"/>
              </a:ext>
            </a:extLst>
          </p:cNvPr>
          <p:cNvSpPr/>
          <p:nvPr/>
        </p:nvSpPr>
        <p:spPr>
          <a:xfrm>
            <a:off x="9328604" y="442879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2EBBD79-1957-7349-2E9D-7BE81B53C8B3}"/>
              </a:ext>
            </a:extLst>
          </p:cNvPr>
          <p:cNvSpPr/>
          <p:nvPr/>
        </p:nvSpPr>
        <p:spPr>
          <a:xfrm>
            <a:off x="9344074" y="4822668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8D07584-6ECF-0A6C-43F5-F56D9B89417A}"/>
              </a:ext>
            </a:extLst>
          </p:cNvPr>
          <p:cNvSpPr/>
          <p:nvPr/>
        </p:nvSpPr>
        <p:spPr>
          <a:xfrm>
            <a:off x="9306018" y="523572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715F1DC-0B31-3A14-7FBD-38C64823DA4E}"/>
              </a:ext>
            </a:extLst>
          </p:cNvPr>
          <p:cNvSpPr/>
          <p:nvPr/>
        </p:nvSpPr>
        <p:spPr>
          <a:xfrm>
            <a:off x="9293494" y="5646295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B5F2795-DDA9-4D61-DD55-14C62DC66A85}"/>
              </a:ext>
            </a:extLst>
          </p:cNvPr>
          <p:cNvSpPr/>
          <p:nvPr/>
        </p:nvSpPr>
        <p:spPr>
          <a:xfrm>
            <a:off x="9144000" y="6076460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(p=0.0875)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AB5A709-F8E5-009C-C96D-211140200EB0}"/>
              </a:ext>
            </a:extLst>
          </p:cNvPr>
          <p:cNvSpPr/>
          <p:nvPr/>
        </p:nvSpPr>
        <p:spPr>
          <a:xfrm>
            <a:off x="11553271" y="25921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FE3AEE7-DA2C-659F-7610-3309A844EB26}"/>
              </a:ext>
            </a:extLst>
          </p:cNvPr>
          <p:cNvSpPr/>
          <p:nvPr/>
        </p:nvSpPr>
        <p:spPr>
          <a:xfrm>
            <a:off x="11553271" y="68915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021DE74-B180-3E8F-F7F8-0A01DB521B9F}"/>
              </a:ext>
            </a:extLst>
          </p:cNvPr>
          <p:cNvSpPr/>
          <p:nvPr/>
        </p:nvSpPr>
        <p:spPr>
          <a:xfrm>
            <a:off x="11733291" y="111908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6619D02-6747-BA32-F160-4C405D20CC6F}"/>
              </a:ext>
            </a:extLst>
          </p:cNvPr>
          <p:cNvSpPr/>
          <p:nvPr/>
        </p:nvSpPr>
        <p:spPr>
          <a:xfrm>
            <a:off x="11638134" y="155112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5E07249-293B-4E9D-6E83-5EB7CD399223}"/>
              </a:ext>
            </a:extLst>
          </p:cNvPr>
          <p:cNvSpPr/>
          <p:nvPr/>
        </p:nvSpPr>
        <p:spPr>
          <a:xfrm>
            <a:off x="11638134" y="198106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90EB8F4-6A21-E5F3-B07D-A08DE912ECEE}"/>
              </a:ext>
            </a:extLst>
          </p:cNvPr>
          <p:cNvSpPr/>
          <p:nvPr/>
        </p:nvSpPr>
        <p:spPr>
          <a:xfrm>
            <a:off x="11710142" y="2413111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777CB52-06D7-B9EC-CF00-4EFEE5419CA3}"/>
              </a:ext>
            </a:extLst>
          </p:cNvPr>
          <p:cNvSpPr/>
          <p:nvPr/>
        </p:nvSpPr>
        <p:spPr>
          <a:xfrm>
            <a:off x="11831780" y="2925332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8540E3F-1A06-8EF1-96C2-E2D0C4F178E9}"/>
              </a:ext>
            </a:extLst>
          </p:cNvPr>
          <p:cNvSpPr/>
          <p:nvPr/>
        </p:nvSpPr>
        <p:spPr>
          <a:xfrm>
            <a:off x="11759772" y="364585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32F5988-BC73-1B54-674A-9F9C827DA16B}"/>
              </a:ext>
            </a:extLst>
          </p:cNvPr>
          <p:cNvSpPr/>
          <p:nvPr/>
        </p:nvSpPr>
        <p:spPr>
          <a:xfrm>
            <a:off x="11759772" y="4039729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11055CF-335F-6931-B279-F389F1544BD8}"/>
              </a:ext>
            </a:extLst>
          </p:cNvPr>
          <p:cNvSpPr/>
          <p:nvPr/>
        </p:nvSpPr>
        <p:spPr>
          <a:xfrm>
            <a:off x="11798722" y="4433603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2119900-CE17-F821-63CB-D933B5B0CB9E}"/>
              </a:ext>
            </a:extLst>
          </p:cNvPr>
          <p:cNvSpPr/>
          <p:nvPr/>
        </p:nvSpPr>
        <p:spPr>
          <a:xfrm>
            <a:off x="11814192" y="4827477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DE00018-B096-367E-0D1B-399FC779A313}"/>
              </a:ext>
            </a:extLst>
          </p:cNvPr>
          <p:cNvSpPr/>
          <p:nvPr/>
        </p:nvSpPr>
        <p:spPr>
          <a:xfrm>
            <a:off x="11776136" y="5240537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8ECC8C3-66EE-DE05-C753-E73FB6269475}"/>
              </a:ext>
            </a:extLst>
          </p:cNvPr>
          <p:cNvSpPr/>
          <p:nvPr/>
        </p:nvSpPr>
        <p:spPr>
          <a:xfrm>
            <a:off x="11763612" y="5651104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E627A4-5AC1-EB2A-0CD2-5836A84476E8}"/>
              </a:ext>
            </a:extLst>
          </p:cNvPr>
          <p:cNvSpPr/>
          <p:nvPr/>
        </p:nvSpPr>
        <p:spPr>
          <a:xfrm>
            <a:off x="11614118" y="6081269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(p=0.1)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78442DE-4891-27B2-5B44-3FFB0E043874}"/>
              </a:ext>
            </a:extLst>
          </p:cNvPr>
          <p:cNvSpPr/>
          <p:nvPr/>
        </p:nvSpPr>
        <p:spPr>
          <a:xfrm>
            <a:off x="13823672" y="226377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F38906F-6321-9FF4-1264-967E0FCDB567}"/>
              </a:ext>
            </a:extLst>
          </p:cNvPr>
          <p:cNvSpPr/>
          <p:nvPr/>
        </p:nvSpPr>
        <p:spPr>
          <a:xfrm>
            <a:off x="13823672" y="656315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E373C4F-DBCE-C599-A175-932E67E6DCFD}"/>
              </a:ext>
            </a:extLst>
          </p:cNvPr>
          <p:cNvSpPr/>
          <p:nvPr/>
        </p:nvSpPr>
        <p:spPr>
          <a:xfrm>
            <a:off x="14003692" y="1086253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EADB9FD-CFC1-9608-CF27-47A76FFBFCDD}"/>
              </a:ext>
            </a:extLst>
          </p:cNvPr>
          <p:cNvSpPr/>
          <p:nvPr/>
        </p:nvSpPr>
        <p:spPr>
          <a:xfrm>
            <a:off x="13908535" y="151829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CA40275-E97D-5D3D-CDC5-E8830A856FFA}"/>
              </a:ext>
            </a:extLst>
          </p:cNvPr>
          <p:cNvSpPr/>
          <p:nvPr/>
        </p:nvSpPr>
        <p:spPr>
          <a:xfrm>
            <a:off x="13908535" y="194822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38CD40B-8C9E-370C-DB4B-3D810118FA93}"/>
              </a:ext>
            </a:extLst>
          </p:cNvPr>
          <p:cNvSpPr/>
          <p:nvPr/>
        </p:nvSpPr>
        <p:spPr>
          <a:xfrm>
            <a:off x="13980543" y="238027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A1FBB92-87E8-C428-B405-ADB137823332}"/>
              </a:ext>
            </a:extLst>
          </p:cNvPr>
          <p:cNvSpPr/>
          <p:nvPr/>
        </p:nvSpPr>
        <p:spPr>
          <a:xfrm>
            <a:off x="14102181" y="2892497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46292E4-9BA7-8A2B-58DE-D0E6C4AE687E}"/>
              </a:ext>
            </a:extLst>
          </p:cNvPr>
          <p:cNvSpPr/>
          <p:nvPr/>
        </p:nvSpPr>
        <p:spPr>
          <a:xfrm>
            <a:off x="14030173" y="361302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DD5DF2C-E0A5-F7F0-AF0D-8B6C580A80F5}"/>
              </a:ext>
            </a:extLst>
          </p:cNvPr>
          <p:cNvSpPr/>
          <p:nvPr/>
        </p:nvSpPr>
        <p:spPr>
          <a:xfrm>
            <a:off x="14030173" y="400689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04BBD12-27FC-26F6-6552-917DE734FC30}"/>
              </a:ext>
            </a:extLst>
          </p:cNvPr>
          <p:cNvSpPr/>
          <p:nvPr/>
        </p:nvSpPr>
        <p:spPr>
          <a:xfrm>
            <a:off x="14069123" y="440076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E7AE2A4-B496-916A-0E89-2B4039DFD98B}"/>
              </a:ext>
            </a:extLst>
          </p:cNvPr>
          <p:cNvSpPr/>
          <p:nvPr/>
        </p:nvSpPr>
        <p:spPr>
          <a:xfrm>
            <a:off x="14084593" y="4794642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74EF05-315D-81BF-7284-CED940BFB50F}"/>
              </a:ext>
            </a:extLst>
          </p:cNvPr>
          <p:cNvSpPr/>
          <p:nvPr/>
        </p:nvSpPr>
        <p:spPr>
          <a:xfrm>
            <a:off x="14046537" y="520770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2FFD8B4B-5D0C-EC51-D766-5730E407C2EB}"/>
              </a:ext>
            </a:extLst>
          </p:cNvPr>
          <p:cNvSpPr/>
          <p:nvPr/>
        </p:nvSpPr>
        <p:spPr>
          <a:xfrm>
            <a:off x="14034013" y="561826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D36CC0A-8F1E-CDEF-BECD-A3D3E0F98DD6}"/>
              </a:ext>
            </a:extLst>
          </p:cNvPr>
          <p:cNvSpPr/>
          <p:nvPr/>
        </p:nvSpPr>
        <p:spPr>
          <a:xfrm>
            <a:off x="13884519" y="6048434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(p=0.1125)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A186F19-8090-AB0D-E263-7317EA69F456}"/>
              </a:ext>
            </a:extLst>
          </p:cNvPr>
          <p:cNvSpPr/>
          <p:nvPr/>
        </p:nvSpPr>
        <p:spPr>
          <a:xfrm>
            <a:off x="15826148" y="226377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5EDB4CA-049B-F53E-287A-674793B4C5F7}"/>
              </a:ext>
            </a:extLst>
          </p:cNvPr>
          <p:cNvSpPr/>
          <p:nvPr/>
        </p:nvSpPr>
        <p:spPr>
          <a:xfrm>
            <a:off x="15826148" y="656315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C1E5876-0011-42EF-50AB-669AAFD66708}"/>
              </a:ext>
            </a:extLst>
          </p:cNvPr>
          <p:cNvSpPr/>
          <p:nvPr/>
        </p:nvSpPr>
        <p:spPr>
          <a:xfrm>
            <a:off x="16006168" y="1086253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8882CA9-D962-E1DE-CB89-271998E46AB8}"/>
              </a:ext>
            </a:extLst>
          </p:cNvPr>
          <p:cNvSpPr/>
          <p:nvPr/>
        </p:nvSpPr>
        <p:spPr>
          <a:xfrm>
            <a:off x="15911011" y="151829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EB2425-1B87-218A-5C59-7F35B6E1689F}"/>
              </a:ext>
            </a:extLst>
          </p:cNvPr>
          <p:cNvSpPr/>
          <p:nvPr/>
        </p:nvSpPr>
        <p:spPr>
          <a:xfrm>
            <a:off x="15911011" y="194822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8F5E8C3-30BD-2E76-AEB5-03B716863B0D}"/>
              </a:ext>
            </a:extLst>
          </p:cNvPr>
          <p:cNvSpPr/>
          <p:nvPr/>
        </p:nvSpPr>
        <p:spPr>
          <a:xfrm>
            <a:off x="15983019" y="238027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B11D403-56FA-791D-80AE-57B383E666A4}"/>
              </a:ext>
            </a:extLst>
          </p:cNvPr>
          <p:cNvSpPr/>
          <p:nvPr/>
        </p:nvSpPr>
        <p:spPr>
          <a:xfrm>
            <a:off x="16104657" y="2892497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7AF323C-FC9F-675A-4977-4A61296EE9ED}"/>
              </a:ext>
            </a:extLst>
          </p:cNvPr>
          <p:cNvSpPr/>
          <p:nvPr/>
        </p:nvSpPr>
        <p:spPr>
          <a:xfrm>
            <a:off x="16032649" y="361302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07E228E-D75C-7259-14C5-D013A88D9AC3}"/>
              </a:ext>
            </a:extLst>
          </p:cNvPr>
          <p:cNvSpPr/>
          <p:nvPr/>
        </p:nvSpPr>
        <p:spPr>
          <a:xfrm>
            <a:off x="16032649" y="400689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B698DCDB-D144-1993-6B58-EF95CF3D203D}"/>
              </a:ext>
            </a:extLst>
          </p:cNvPr>
          <p:cNvSpPr/>
          <p:nvPr/>
        </p:nvSpPr>
        <p:spPr>
          <a:xfrm>
            <a:off x="16071599" y="440076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DFA5E8B-EDAF-6904-1707-7571FB64514C}"/>
              </a:ext>
            </a:extLst>
          </p:cNvPr>
          <p:cNvSpPr/>
          <p:nvPr/>
        </p:nvSpPr>
        <p:spPr>
          <a:xfrm>
            <a:off x="16087069" y="4794642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2DAD8C1-A28B-EE11-38B6-71506EFC9FE2}"/>
              </a:ext>
            </a:extLst>
          </p:cNvPr>
          <p:cNvSpPr/>
          <p:nvPr/>
        </p:nvSpPr>
        <p:spPr>
          <a:xfrm>
            <a:off x="16049013" y="520770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9786DA6-AE49-09D3-9D28-87B2DC490B30}"/>
              </a:ext>
            </a:extLst>
          </p:cNvPr>
          <p:cNvSpPr/>
          <p:nvPr/>
        </p:nvSpPr>
        <p:spPr>
          <a:xfrm>
            <a:off x="16036489" y="561826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A1B7E6C-5F1A-D6A2-C826-9D2F3A75C24D}"/>
              </a:ext>
            </a:extLst>
          </p:cNvPr>
          <p:cNvSpPr/>
          <p:nvPr/>
        </p:nvSpPr>
        <p:spPr>
          <a:xfrm>
            <a:off x="15886995" y="6048434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(p=0.125)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0ED84CB-534D-0B94-341D-A0B417B2DD9C}"/>
              </a:ext>
            </a:extLst>
          </p:cNvPr>
          <p:cNvSpPr/>
          <p:nvPr/>
        </p:nvSpPr>
        <p:spPr>
          <a:xfrm>
            <a:off x="-7374773" y="8263721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7C42F94-B9B0-1565-E260-37BB7B22F352}"/>
              </a:ext>
            </a:extLst>
          </p:cNvPr>
          <p:cNvSpPr/>
          <p:nvPr/>
        </p:nvSpPr>
        <p:spPr>
          <a:xfrm>
            <a:off x="-7374773" y="869365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DFF3751-C785-19AA-129D-F637F86BB52A}"/>
              </a:ext>
            </a:extLst>
          </p:cNvPr>
          <p:cNvSpPr/>
          <p:nvPr/>
        </p:nvSpPr>
        <p:spPr>
          <a:xfrm>
            <a:off x="-7194753" y="9123597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B4578AC-3F4A-99A9-298F-CFC5E932EC61}"/>
              </a:ext>
            </a:extLst>
          </p:cNvPr>
          <p:cNvSpPr/>
          <p:nvPr/>
        </p:nvSpPr>
        <p:spPr>
          <a:xfrm>
            <a:off x="-7289910" y="955563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F18E67D-4C4F-D6F2-C8F4-FB768BF4E0F9}"/>
              </a:ext>
            </a:extLst>
          </p:cNvPr>
          <p:cNvSpPr/>
          <p:nvPr/>
        </p:nvSpPr>
        <p:spPr>
          <a:xfrm>
            <a:off x="-7289910" y="9985572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B8D85D7-AE8F-BEFF-AE62-BFF61EF8E682}"/>
              </a:ext>
            </a:extLst>
          </p:cNvPr>
          <p:cNvSpPr/>
          <p:nvPr/>
        </p:nvSpPr>
        <p:spPr>
          <a:xfrm>
            <a:off x="-7217902" y="1041762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1EF7063-8870-DABB-C93B-2EFA607D0396}"/>
              </a:ext>
            </a:extLst>
          </p:cNvPr>
          <p:cNvSpPr/>
          <p:nvPr/>
        </p:nvSpPr>
        <p:spPr>
          <a:xfrm>
            <a:off x="-7096264" y="10929841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FD6FA63-CAF6-7B01-AB31-CCCB36C9FB67}"/>
              </a:ext>
            </a:extLst>
          </p:cNvPr>
          <p:cNvSpPr/>
          <p:nvPr/>
        </p:nvSpPr>
        <p:spPr>
          <a:xfrm>
            <a:off x="-7168272" y="1165036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939BAE2-B61D-221F-0A5E-B4ABE2408361}"/>
              </a:ext>
            </a:extLst>
          </p:cNvPr>
          <p:cNvSpPr/>
          <p:nvPr/>
        </p:nvSpPr>
        <p:spPr>
          <a:xfrm>
            <a:off x="-7168272" y="1204423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6726279D-D502-262E-0291-17281A717B63}"/>
              </a:ext>
            </a:extLst>
          </p:cNvPr>
          <p:cNvSpPr/>
          <p:nvPr/>
        </p:nvSpPr>
        <p:spPr>
          <a:xfrm>
            <a:off x="-7129322" y="1243811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35C81C2-18A9-4BEB-7B7A-937F214514EB}"/>
              </a:ext>
            </a:extLst>
          </p:cNvPr>
          <p:cNvSpPr/>
          <p:nvPr/>
        </p:nvSpPr>
        <p:spPr>
          <a:xfrm>
            <a:off x="-7113852" y="12831986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0F1F972-3574-F486-C260-59534130D357}"/>
              </a:ext>
            </a:extLst>
          </p:cNvPr>
          <p:cNvSpPr/>
          <p:nvPr/>
        </p:nvSpPr>
        <p:spPr>
          <a:xfrm>
            <a:off x="-7151908" y="1324504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25B11E8-53BB-BD0A-3079-33AD4624A1E1}"/>
              </a:ext>
            </a:extLst>
          </p:cNvPr>
          <p:cNvSpPr/>
          <p:nvPr/>
        </p:nvSpPr>
        <p:spPr>
          <a:xfrm>
            <a:off x="-7164432" y="1365561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8B908C0E-9C76-4716-99F3-36D1CC5CFAB6}"/>
              </a:ext>
            </a:extLst>
          </p:cNvPr>
          <p:cNvSpPr/>
          <p:nvPr/>
        </p:nvSpPr>
        <p:spPr>
          <a:xfrm>
            <a:off x="-7313926" y="14085778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(p=0.1375)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31CEC79-B53A-39EB-AD49-87252304A6F2}"/>
              </a:ext>
            </a:extLst>
          </p:cNvPr>
          <p:cNvSpPr/>
          <p:nvPr/>
        </p:nvSpPr>
        <p:spPr>
          <a:xfrm>
            <a:off x="-4352230" y="815830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E2AD7BB-1FF3-6694-AC81-80F280249745}"/>
              </a:ext>
            </a:extLst>
          </p:cNvPr>
          <p:cNvSpPr/>
          <p:nvPr/>
        </p:nvSpPr>
        <p:spPr>
          <a:xfrm>
            <a:off x="-4352230" y="858824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41B7F2D-DC13-307E-60B3-5CD6F907F016}"/>
              </a:ext>
            </a:extLst>
          </p:cNvPr>
          <p:cNvSpPr/>
          <p:nvPr/>
        </p:nvSpPr>
        <p:spPr>
          <a:xfrm>
            <a:off x="-4172210" y="9018181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A9929C1-9B9B-5E92-68D5-3416E7CC7E34}"/>
              </a:ext>
            </a:extLst>
          </p:cNvPr>
          <p:cNvSpPr/>
          <p:nvPr/>
        </p:nvSpPr>
        <p:spPr>
          <a:xfrm>
            <a:off x="-4267367" y="945021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5EE0682-5059-7D68-4920-B07CEC98912F}"/>
              </a:ext>
            </a:extLst>
          </p:cNvPr>
          <p:cNvSpPr/>
          <p:nvPr/>
        </p:nvSpPr>
        <p:spPr>
          <a:xfrm>
            <a:off x="-4267367" y="9880156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F607101C-E1A2-9CA2-2065-F6114BE22B59}"/>
              </a:ext>
            </a:extLst>
          </p:cNvPr>
          <p:cNvSpPr/>
          <p:nvPr/>
        </p:nvSpPr>
        <p:spPr>
          <a:xfrm>
            <a:off x="-4195359" y="1031220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824DCEB-65AD-AC3A-BA0D-D5E4994569C8}"/>
              </a:ext>
            </a:extLst>
          </p:cNvPr>
          <p:cNvSpPr/>
          <p:nvPr/>
        </p:nvSpPr>
        <p:spPr>
          <a:xfrm>
            <a:off x="-4073721" y="10824425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ED1FF546-98DC-8098-ABA7-CA463BAA98E3}"/>
              </a:ext>
            </a:extLst>
          </p:cNvPr>
          <p:cNvSpPr/>
          <p:nvPr/>
        </p:nvSpPr>
        <p:spPr>
          <a:xfrm>
            <a:off x="-4145729" y="1154494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7B83882-9FF5-99D4-985E-28B285D4BE0D}"/>
              </a:ext>
            </a:extLst>
          </p:cNvPr>
          <p:cNvSpPr/>
          <p:nvPr/>
        </p:nvSpPr>
        <p:spPr>
          <a:xfrm>
            <a:off x="-4145729" y="1193882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6E3DB0C-1D62-495B-334E-0531FAA2607F}"/>
              </a:ext>
            </a:extLst>
          </p:cNvPr>
          <p:cNvSpPr/>
          <p:nvPr/>
        </p:nvSpPr>
        <p:spPr>
          <a:xfrm>
            <a:off x="-4106779" y="1233269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9246AADB-278D-CF8E-D75D-499168098FF0}"/>
              </a:ext>
            </a:extLst>
          </p:cNvPr>
          <p:cNvSpPr/>
          <p:nvPr/>
        </p:nvSpPr>
        <p:spPr>
          <a:xfrm>
            <a:off x="-4091309" y="12726570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65C0DD5-B970-42BC-BB53-5093165828AB}"/>
              </a:ext>
            </a:extLst>
          </p:cNvPr>
          <p:cNvSpPr/>
          <p:nvPr/>
        </p:nvSpPr>
        <p:spPr>
          <a:xfrm>
            <a:off x="-4129365" y="1313963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437B609-03E2-8BCA-17C1-047330847BD8}"/>
              </a:ext>
            </a:extLst>
          </p:cNvPr>
          <p:cNvSpPr/>
          <p:nvPr/>
        </p:nvSpPr>
        <p:spPr>
          <a:xfrm>
            <a:off x="-4141889" y="13550197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33AC360B-883B-2DAF-D985-A9CA386ED2BD}"/>
              </a:ext>
            </a:extLst>
          </p:cNvPr>
          <p:cNvSpPr/>
          <p:nvPr/>
        </p:nvSpPr>
        <p:spPr>
          <a:xfrm>
            <a:off x="-4291383" y="13980362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(p=0.15)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24493F8-5C0F-C755-75BC-55CF7DA85102}"/>
              </a:ext>
            </a:extLst>
          </p:cNvPr>
          <p:cNvSpPr/>
          <p:nvPr/>
        </p:nvSpPr>
        <p:spPr>
          <a:xfrm>
            <a:off x="-1656053" y="815830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A4D88F95-C798-D3F8-6D7C-CE01940A9DA2}"/>
              </a:ext>
            </a:extLst>
          </p:cNvPr>
          <p:cNvSpPr/>
          <p:nvPr/>
        </p:nvSpPr>
        <p:spPr>
          <a:xfrm>
            <a:off x="-1656053" y="858824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5203A91-955D-EBE0-149B-BA7EAA7E838F}"/>
              </a:ext>
            </a:extLst>
          </p:cNvPr>
          <p:cNvSpPr/>
          <p:nvPr/>
        </p:nvSpPr>
        <p:spPr>
          <a:xfrm>
            <a:off x="-1476033" y="9018181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0103BEC-D132-C6D8-7D7A-56F987518E64}"/>
              </a:ext>
            </a:extLst>
          </p:cNvPr>
          <p:cNvSpPr/>
          <p:nvPr/>
        </p:nvSpPr>
        <p:spPr>
          <a:xfrm>
            <a:off x="-1571190" y="945021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549B43B-865C-BEF2-001B-1E32199C6DFB}"/>
              </a:ext>
            </a:extLst>
          </p:cNvPr>
          <p:cNvSpPr/>
          <p:nvPr/>
        </p:nvSpPr>
        <p:spPr>
          <a:xfrm>
            <a:off x="-1571190" y="9880156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9777608-F477-FC65-AA3E-A1D09889199F}"/>
              </a:ext>
            </a:extLst>
          </p:cNvPr>
          <p:cNvSpPr/>
          <p:nvPr/>
        </p:nvSpPr>
        <p:spPr>
          <a:xfrm>
            <a:off x="-1499182" y="1031220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BE2D182-FC49-FA3C-A28B-13639E073A3D}"/>
              </a:ext>
            </a:extLst>
          </p:cNvPr>
          <p:cNvSpPr/>
          <p:nvPr/>
        </p:nvSpPr>
        <p:spPr>
          <a:xfrm>
            <a:off x="-1377544" y="10824425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E7611F4-EA5F-031F-1882-BD1879823FD8}"/>
              </a:ext>
            </a:extLst>
          </p:cNvPr>
          <p:cNvSpPr/>
          <p:nvPr/>
        </p:nvSpPr>
        <p:spPr>
          <a:xfrm>
            <a:off x="-1449552" y="1154494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011C3DD-4C9F-64F0-FAE8-BB95BEA719E3}"/>
              </a:ext>
            </a:extLst>
          </p:cNvPr>
          <p:cNvSpPr/>
          <p:nvPr/>
        </p:nvSpPr>
        <p:spPr>
          <a:xfrm>
            <a:off x="-1449552" y="1193882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688AF77-12D1-D44C-8D1F-1F9CA65D89D1}"/>
              </a:ext>
            </a:extLst>
          </p:cNvPr>
          <p:cNvSpPr/>
          <p:nvPr/>
        </p:nvSpPr>
        <p:spPr>
          <a:xfrm>
            <a:off x="-1410602" y="1233269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D0C3396-A981-94E2-5712-4474B415C3C0}"/>
              </a:ext>
            </a:extLst>
          </p:cNvPr>
          <p:cNvSpPr/>
          <p:nvPr/>
        </p:nvSpPr>
        <p:spPr>
          <a:xfrm>
            <a:off x="-1395132" y="12726570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F17458B5-DCB0-5114-1831-519F7A4F339A}"/>
              </a:ext>
            </a:extLst>
          </p:cNvPr>
          <p:cNvSpPr/>
          <p:nvPr/>
        </p:nvSpPr>
        <p:spPr>
          <a:xfrm>
            <a:off x="-1433188" y="1313963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507AE25-5719-864E-F4B1-14D37433B536}"/>
              </a:ext>
            </a:extLst>
          </p:cNvPr>
          <p:cNvSpPr/>
          <p:nvPr/>
        </p:nvSpPr>
        <p:spPr>
          <a:xfrm>
            <a:off x="-1445712" y="13550197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0D448C9-5309-EBD6-6749-CB9FF4CF996F}"/>
              </a:ext>
            </a:extLst>
          </p:cNvPr>
          <p:cNvSpPr/>
          <p:nvPr/>
        </p:nvSpPr>
        <p:spPr>
          <a:xfrm>
            <a:off x="-1595206" y="13980362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(p=0.1625)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F0A32D5-6064-D8FA-62D1-DB11ABAB40AF}"/>
              </a:ext>
            </a:extLst>
          </p:cNvPr>
          <p:cNvSpPr/>
          <p:nvPr/>
        </p:nvSpPr>
        <p:spPr>
          <a:xfrm>
            <a:off x="1105094" y="8101761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521B6C3-CB88-F314-0320-B90C0A34903F}"/>
              </a:ext>
            </a:extLst>
          </p:cNvPr>
          <p:cNvSpPr/>
          <p:nvPr/>
        </p:nvSpPr>
        <p:spPr>
          <a:xfrm>
            <a:off x="1105094" y="853169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EBE7D18-E9B0-9FAD-535B-E46F00DBC740}"/>
              </a:ext>
            </a:extLst>
          </p:cNvPr>
          <p:cNvSpPr/>
          <p:nvPr/>
        </p:nvSpPr>
        <p:spPr>
          <a:xfrm>
            <a:off x="1285114" y="8961637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8C83FAFE-119A-ED8D-A4B6-20831C0002BC}"/>
              </a:ext>
            </a:extLst>
          </p:cNvPr>
          <p:cNvSpPr/>
          <p:nvPr/>
        </p:nvSpPr>
        <p:spPr>
          <a:xfrm>
            <a:off x="1189957" y="939367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A4919329-0ABF-85B4-C44B-E05047C67F79}"/>
              </a:ext>
            </a:extLst>
          </p:cNvPr>
          <p:cNvSpPr/>
          <p:nvPr/>
        </p:nvSpPr>
        <p:spPr>
          <a:xfrm>
            <a:off x="1189957" y="9823612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25C02B91-3E6C-33DF-AFBA-CF6A0C7EF799}"/>
              </a:ext>
            </a:extLst>
          </p:cNvPr>
          <p:cNvSpPr/>
          <p:nvPr/>
        </p:nvSpPr>
        <p:spPr>
          <a:xfrm>
            <a:off x="1261965" y="1025566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8AD491B-CEC5-43CC-5077-986EEE2B1DE1}"/>
              </a:ext>
            </a:extLst>
          </p:cNvPr>
          <p:cNvSpPr/>
          <p:nvPr/>
        </p:nvSpPr>
        <p:spPr>
          <a:xfrm>
            <a:off x="1383603" y="10767881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EC6A905-D2F5-5263-6572-3A40385EB80D}"/>
              </a:ext>
            </a:extLst>
          </p:cNvPr>
          <p:cNvSpPr/>
          <p:nvPr/>
        </p:nvSpPr>
        <p:spPr>
          <a:xfrm>
            <a:off x="1311595" y="1148840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9B629C3D-5D42-EC45-FFB2-222CB8A6F77D}"/>
              </a:ext>
            </a:extLst>
          </p:cNvPr>
          <p:cNvSpPr/>
          <p:nvPr/>
        </p:nvSpPr>
        <p:spPr>
          <a:xfrm>
            <a:off x="1311595" y="1188227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D2C2B201-6356-45AF-1531-8988D1AA33AF}"/>
              </a:ext>
            </a:extLst>
          </p:cNvPr>
          <p:cNvSpPr/>
          <p:nvPr/>
        </p:nvSpPr>
        <p:spPr>
          <a:xfrm>
            <a:off x="1350545" y="1227615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523EF54-29A1-A8F6-193D-2965800986D1}"/>
              </a:ext>
            </a:extLst>
          </p:cNvPr>
          <p:cNvSpPr/>
          <p:nvPr/>
        </p:nvSpPr>
        <p:spPr>
          <a:xfrm>
            <a:off x="1366015" y="12670026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9FA3C15-1F47-B333-32C9-8D118D2D0D66}"/>
              </a:ext>
            </a:extLst>
          </p:cNvPr>
          <p:cNvSpPr/>
          <p:nvPr/>
        </p:nvSpPr>
        <p:spPr>
          <a:xfrm>
            <a:off x="1327959" y="1308308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FF0A3D4-1218-5107-12AA-E295E3A31B41}"/>
              </a:ext>
            </a:extLst>
          </p:cNvPr>
          <p:cNvSpPr/>
          <p:nvPr/>
        </p:nvSpPr>
        <p:spPr>
          <a:xfrm>
            <a:off x="1315435" y="1349365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34686AE-3698-6163-5E8B-71C5BA4F1432}"/>
              </a:ext>
            </a:extLst>
          </p:cNvPr>
          <p:cNvSpPr/>
          <p:nvPr/>
        </p:nvSpPr>
        <p:spPr>
          <a:xfrm>
            <a:off x="1165941" y="13923818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(p=0.175)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AB0F7EBE-A91F-8FC5-B4B4-D767A1E436AE}"/>
              </a:ext>
            </a:extLst>
          </p:cNvPr>
          <p:cNvSpPr/>
          <p:nvPr/>
        </p:nvSpPr>
        <p:spPr>
          <a:xfrm>
            <a:off x="4195039" y="8082263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39D3CC0-BBF8-DFD0-3212-07B9E6D3BE52}"/>
              </a:ext>
            </a:extLst>
          </p:cNvPr>
          <p:cNvSpPr/>
          <p:nvPr/>
        </p:nvSpPr>
        <p:spPr>
          <a:xfrm>
            <a:off x="4195039" y="8512201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22407335-BD42-4ABC-5776-1297CF6457BC}"/>
              </a:ext>
            </a:extLst>
          </p:cNvPr>
          <p:cNvSpPr/>
          <p:nvPr/>
        </p:nvSpPr>
        <p:spPr>
          <a:xfrm>
            <a:off x="4375059" y="8942139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816E8157-B7CA-AD83-CA49-A091F1330656}"/>
              </a:ext>
            </a:extLst>
          </p:cNvPr>
          <p:cNvSpPr/>
          <p:nvPr/>
        </p:nvSpPr>
        <p:spPr>
          <a:xfrm>
            <a:off x="4282270" y="947845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12341A5-992E-A252-54A7-A387FC06BCBF}"/>
              </a:ext>
            </a:extLst>
          </p:cNvPr>
          <p:cNvSpPr/>
          <p:nvPr/>
        </p:nvSpPr>
        <p:spPr>
          <a:xfrm>
            <a:off x="4282270" y="990839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48490DA-9785-DFBC-5DB7-6172DA8487A7}"/>
              </a:ext>
            </a:extLst>
          </p:cNvPr>
          <p:cNvSpPr/>
          <p:nvPr/>
        </p:nvSpPr>
        <p:spPr>
          <a:xfrm>
            <a:off x="4462290" y="1033832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DCE15E1E-0ACF-9D88-7B6F-B8973419D3A6}"/>
              </a:ext>
            </a:extLst>
          </p:cNvPr>
          <p:cNvSpPr/>
          <p:nvPr/>
        </p:nvSpPr>
        <p:spPr>
          <a:xfrm>
            <a:off x="4442483" y="10800759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F9126E9-1BA1-07C7-D726-DFBFA6E61B61}"/>
              </a:ext>
            </a:extLst>
          </p:cNvPr>
          <p:cNvSpPr/>
          <p:nvPr/>
        </p:nvSpPr>
        <p:spPr>
          <a:xfrm>
            <a:off x="4370475" y="1152128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73CBA4A8-DF97-7544-719E-DC4500B51E4A}"/>
              </a:ext>
            </a:extLst>
          </p:cNvPr>
          <p:cNvSpPr/>
          <p:nvPr/>
        </p:nvSpPr>
        <p:spPr>
          <a:xfrm>
            <a:off x="4370475" y="1191515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05DCAEF-1195-F39C-3C0F-985A7CB83AD2}"/>
              </a:ext>
            </a:extLst>
          </p:cNvPr>
          <p:cNvSpPr/>
          <p:nvPr/>
        </p:nvSpPr>
        <p:spPr>
          <a:xfrm>
            <a:off x="4409425" y="1230903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BF598B6-A7CE-8662-F701-01D3DDFCFD1A}"/>
              </a:ext>
            </a:extLst>
          </p:cNvPr>
          <p:cNvSpPr/>
          <p:nvPr/>
        </p:nvSpPr>
        <p:spPr>
          <a:xfrm>
            <a:off x="4424895" y="12702904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9AFC25EF-841A-E061-B331-E7D836DB596B}"/>
              </a:ext>
            </a:extLst>
          </p:cNvPr>
          <p:cNvSpPr/>
          <p:nvPr/>
        </p:nvSpPr>
        <p:spPr>
          <a:xfrm>
            <a:off x="4447190" y="1315008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4E2C3E11-93CA-6843-DC36-5801E53C7B48}"/>
              </a:ext>
            </a:extLst>
          </p:cNvPr>
          <p:cNvSpPr/>
          <p:nvPr/>
        </p:nvSpPr>
        <p:spPr>
          <a:xfrm>
            <a:off x="4434666" y="13560647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1EBACD8F-D9B1-CF3B-AB9E-4279F0C7E626}"/>
              </a:ext>
            </a:extLst>
          </p:cNvPr>
          <p:cNvSpPr/>
          <p:nvPr/>
        </p:nvSpPr>
        <p:spPr>
          <a:xfrm>
            <a:off x="4258260" y="14014176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(p=0.1875)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D31DE65-1E88-EACF-1A05-17449EF771F7}"/>
              </a:ext>
            </a:extLst>
          </p:cNvPr>
          <p:cNvSpPr/>
          <p:nvPr/>
        </p:nvSpPr>
        <p:spPr>
          <a:xfrm>
            <a:off x="7004700" y="797786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FA7B8BF2-D9DB-F93D-4443-EBF2DBB15A88}"/>
              </a:ext>
            </a:extLst>
          </p:cNvPr>
          <p:cNvSpPr/>
          <p:nvPr/>
        </p:nvSpPr>
        <p:spPr>
          <a:xfrm>
            <a:off x="7004700" y="8407802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68597907-5EE1-5DDA-26AA-075B0BEFD929}"/>
              </a:ext>
            </a:extLst>
          </p:cNvPr>
          <p:cNvSpPr/>
          <p:nvPr/>
        </p:nvSpPr>
        <p:spPr>
          <a:xfrm>
            <a:off x="7184720" y="883774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44DDF60-0BDC-DB48-88C6-42B8B6CC3FFF}"/>
              </a:ext>
            </a:extLst>
          </p:cNvPr>
          <p:cNvSpPr/>
          <p:nvPr/>
        </p:nvSpPr>
        <p:spPr>
          <a:xfrm>
            <a:off x="7188560" y="9409654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4C0B47F8-2958-F3B7-C726-3B01D9770BC2}"/>
              </a:ext>
            </a:extLst>
          </p:cNvPr>
          <p:cNvSpPr/>
          <p:nvPr/>
        </p:nvSpPr>
        <p:spPr>
          <a:xfrm>
            <a:off x="7239302" y="10390192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Drop out(p=0.2)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4E40D44-8F35-FD9F-588D-EE92339C5D68}"/>
              </a:ext>
            </a:extLst>
          </p:cNvPr>
          <p:cNvSpPr/>
          <p:nvPr/>
        </p:nvSpPr>
        <p:spPr>
          <a:xfrm>
            <a:off x="6914182" y="11367302"/>
            <a:ext cx="2375472" cy="63332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Linear (features, 1)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C80C3396-6882-C97A-BDA4-BFEEAACA2008}"/>
              </a:ext>
            </a:extLst>
          </p:cNvPr>
          <p:cNvSpPr/>
          <p:nvPr/>
        </p:nvSpPr>
        <p:spPr>
          <a:xfrm>
            <a:off x="7188560" y="12224510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</p:spTree>
    <p:extLst>
      <p:ext uri="{BB962C8B-B14F-4D97-AF65-F5344CB8AC3E}">
        <p14:creationId xmlns:p14="http://schemas.microsoft.com/office/powerpoint/2010/main" val="78859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3F011F-A505-9EFC-E3E7-B7A7BBAC11CC}"/>
              </a:ext>
            </a:extLst>
          </p:cNvPr>
          <p:cNvSpPr/>
          <p:nvPr/>
        </p:nvSpPr>
        <p:spPr>
          <a:xfrm>
            <a:off x="-7690130" y="8050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FF7FAE-5F9C-95A4-8A33-BD6C31733B10}"/>
              </a:ext>
            </a:extLst>
          </p:cNvPr>
          <p:cNvSpPr/>
          <p:nvPr/>
        </p:nvSpPr>
        <p:spPr>
          <a:xfrm>
            <a:off x="-7690130" y="51044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446C6F-9F03-CB3F-AA57-7C6303CD2E99}"/>
              </a:ext>
            </a:extLst>
          </p:cNvPr>
          <p:cNvSpPr/>
          <p:nvPr/>
        </p:nvSpPr>
        <p:spPr>
          <a:xfrm>
            <a:off x="-7618122" y="94248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E73999-CD05-73F6-9F08-995721C38203}"/>
              </a:ext>
            </a:extLst>
          </p:cNvPr>
          <p:cNvSpPr/>
          <p:nvPr/>
        </p:nvSpPr>
        <p:spPr>
          <a:xfrm>
            <a:off x="-7690130" y="137642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AC84F-7694-B708-6BED-B8D2A38EE50D}"/>
              </a:ext>
            </a:extLst>
          </p:cNvPr>
          <p:cNvSpPr/>
          <p:nvPr/>
        </p:nvSpPr>
        <p:spPr>
          <a:xfrm>
            <a:off x="-7690130" y="180636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D3775-4A4F-5856-8D1A-3CC2834053DE}"/>
              </a:ext>
            </a:extLst>
          </p:cNvPr>
          <p:cNvSpPr/>
          <p:nvPr/>
        </p:nvSpPr>
        <p:spPr>
          <a:xfrm>
            <a:off x="-7618122" y="2238411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1C1340-0850-512B-F368-EC9DACCB57CE}"/>
              </a:ext>
            </a:extLst>
          </p:cNvPr>
          <p:cNvSpPr/>
          <p:nvPr/>
        </p:nvSpPr>
        <p:spPr>
          <a:xfrm>
            <a:off x="-7618122" y="2670459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31EA93-60AC-6578-0E87-E39AE4253631}"/>
              </a:ext>
            </a:extLst>
          </p:cNvPr>
          <p:cNvSpPr/>
          <p:nvPr/>
        </p:nvSpPr>
        <p:spPr>
          <a:xfrm>
            <a:off x="-7690130" y="339098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646D5-D247-B607-2DD7-2AEDF9ECA719}"/>
              </a:ext>
            </a:extLst>
          </p:cNvPr>
          <p:cNvSpPr/>
          <p:nvPr/>
        </p:nvSpPr>
        <p:spPr>
          <a:xfrm>
            <a:off x="-7690130" y="378485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1A116-77E9-0D61-DCBF-486C98E86D7B}"/>
              </a:ext>
            </a:extLst>
          </p:cNvPr>
          <p:cNvSpPr/>
          <p:nvPr/>
        </p:nvSpPr>
        <p:spPr>
          <a:xfrm>
            <a:off x="-7651180" y="417873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B4450F-72CF-5932-5F95-465BDB7FE4BE}"/>
              </a:ext>
            </a:extLst>
          </p:cNvPr>
          <p:cNvSpPr/>
          <p:nvPr/>
        </p:nvSpPr>
        <p:spPr>
          <a:xfrm>
            <a:off x="-7635710" y="4572604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A33DAA-C51F-E9B9-A4CA-BFB2EB8A0F97}"/>
              </a:ext>
            </a:extLst>
          </p:cNvPr>
          <p:cNvSpPr/>
          <p:nvPr/>
        </p:nvSpPr>
        <p:spPr>
          <a:xfrm>
            <a:off x="-7654126" y="497916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05C23-6A5B-3C82-C307-81B332797DEE}"/>
              </a:ext>
            </a:extLst>
          </p:cNvPr>
          <p:cNvSpPr/>
          <p:nvPr/>
        </p:nvSpPr>
        <p:spPr>
          <a:xfrm>
            <a:off x="-7666650" y="5389732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0D7BDF-4B78-405B-ECE9-37995F30A9E0}"/>
              </a:ext>
            </a:extLst>
          </p:cNvPr>
          <p:cNvSpPr/>
          <p:nvPr/>
        </p:nvSpPr>
        <p:spPr>
          <a:xfrm>
            <a:off x="-7692359" y="5816662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ED08D4-418F-2949-FA30-5151D8D5ABFA}"/>
              </a:ext>
            </a:extLst>
          </p:cNvPr>
          <p:cNvSpPr/>
          <p:nvPr/>
        </p:nvSpPr>
        <p:spPr>
          <a:xfrm>
            <a:off x="-4805965" y="40716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DDBC16-9DDE-1DCD-9C17-4A6BC39EDFBF}"/>
              </a:ext>
            </a:extLst>
          </p:cNvPr>
          <p:cNvSpPr/>
          <p:nvPr/>
        </p:nvSpPr>
        <p:spPr>
          <a:xfrm>
            <a:off x="-4805965" y="83710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FCA9DC-01B4-EFFF-7237-B01510E7106A}"/>
              </a:ext>
            </a:extLst>
          </p:cNvPr>
          <p:cNvSpPr/>
          <p:nvPr/>
        </p:nvSpPr>
        <p:spPr>
          <a:xfrm>
            <a:off x="-4625945" y="126703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063443-0B04-F2A6-F84D-9B86768BD794}"/>
              </a:ext>
            </a:extLst>
          </p:cNvPr>
          <p:cNvSpPr/>
          <p:nvPr/>
        </p:nvSpPr>
        <p:spPr>
          <a:xfrm>
            <a:off x="-4805634" y="169302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5FD3AB-940A-EE14-89D0-FBE75D3E92AA}"/>
              </a:ext>
            </a:extLst>
          </p:cNvPr>
          <p:cNvSpPr/>
          <p:nvPr/>
        </p:nvSpPr>
        <p:spPr>
          <a:xfrm>
            <a:off x="-4805634" y="212296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A51010-4DBF-F5B7-1956-7BF4909F1241}"/>
              </a:ext>
            </a:extLst>
          </p:cNvPr>
          <p:cNvSpPr/>
          <p:nvPr/>
        </p:nvSpPr>
        <p:spPr>
          <a:xfrm>
            <a:off x="-4733626" y="255500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6E8716-DB4A-0BC3-8648-AB8160B8C83B}"/>
              </a:ext>
            </a:extLst>
          </p:cNvPr>
          <p:cNvSpPr/>
          <p:nvPr/>
        </p:nvSpPr>
        <p:spPr>
          <a:xfrm>
            <a:off x="-4678313" y="2997119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A4E1B6-7ADB-CADF-2CCA-AC3DC12FA691}"/>
              </a:ext>
            </a:extLst>
          </p:cNvPr>
          <p:cNvSpPr/>
          <p:nvPr/>
        </p:nvSpPr>
        <p:spPr>
          <a:xfrm>
            <a:off x="-4750321" y="371764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2430F3-3DAC-BA4E-FF85-54FE9963631B}"/>
              </a:ext>
            </a:extLst>
          </p:cNvPr>
          <p:cNvSpPr/>
          <p:nvPr/>
        </p:nvSpPr>
        <p:spPr>
          <a:xfrm>
            <a:off x="-4750321" y="411151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672E08-01E6-57C2-2F4B-CFA76502664E}"/>
              </a:ext>
            </a:extLst>
          </p:cNvPr>
          <p:cNvSpPr/>
          <p:nvPr/>
        </p:nvSpPr>
        <p:spPr>
          <a:xfrm>
            <a:off x="-4711371" y="450539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D184E9-FCB9-F344-8CDD-EFCA7AF49896}"/>
              </a:ext>
            </a:extLst>
          </p:cNvPr>
          <p:cNvSpPr/>
          <p:nvPr/>
        </p:nvSpPr>
        <p:spPr>
          <a:xfrm>
            <a:off x="-4695901" y="4899264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F98B1E-CDEB-3AA0-CA09-18A7B16BF470}"/>
              </a:ext>
            </a:extLst>
          </p:cNvPr>
          <p:cNvSpPr/>
          <p:nvPr/>
        </p:nvSpPr>
        <p:spPr>
          <a:xfrm>
            <a:off x="-4733957" y="531232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D291BF-FA55-6ACB-FF8A-AA228B5C3FD6}"/>
              </a:ext>
            </a:extLst>
          </p:cNvPr>
          <p:cNvSpPr/>
          <p:nvPr/>
        </p:nvSpPr>
        <p:spPr>
          <a:xfrm>
            <a:off x="-4746481" y="5722891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DFE0AF-D07F-3485-7FFC-89ABBFBC3072}"/>
              </a:ext>
            </a:extLst>
          </p:cNvPr>
          <p:cNvSpPr/>
          <p:nvPr/>
        </p:nvSpPr>
        <p:spPr>
          <a:xfrm>
            <a:off x="-4895975" y="6153056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(p=0.0125)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13130D-1670-2B9C-D9B9-62369F28B3F6}"/>
              </a:ext>
            </a:extLst>
          </p:cNvPr>
          <p:cNvSpPr/>
          <p:nvPr/>
        </p:nvSpPr>
        <p:spPr>
          <a:xfrm>
            <a:off x="-2412111" y="40716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337982-C6FF-131F-AEF8-F0FBF3AA5BA4}"/>
              </a:ext>
            </a:extLst>
          </p:cNvPr>
          <p:cNvSpPr/>
          <p:nvPr/>
        </p:nvSpPr>
        <p:spPr>
          <a:xfrm>
            <a:off x="-2412111" y="83710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3012CB-0D0C-FF8C-BF17-76AD481633AA}"/>
              </a:ext>
            </a:extLst>
          </p:cNvPr>
          <p:cNvSpPr/>
          <p:nvPr/>
        </p:nvSpPr>
        <p:spPr>
          <a:xfrm>
            <a:off x="-2232091" y="126703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E80743-94F6-A4AF-5102-4835EB6E5943}"/>
              </a:ext>
            </a:extLst>
          </p:cNvPr>
          <p:cNvSpPr/>
          <p:nvPr/>
        </p:nvSpPr>
        <p:spPr>
          <a:xfrm>
            <a:off x="-2411780" y="169302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06A5C4-FEFF-07F4-FA8F-AF8C8BDF6932}"/>
              </a:ext>
            </a:extLst>
          </p:cNvPr>
          <p:cNvSpPr/>
          <p:nvPr/>
        </p:nvSpPr>
        <p:spPr>
          <a:xfrm>
            <a:off x="-2411780" y="212296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FA014B-5FBE-908C-B861-5F88D1F7AEBA}"/>
              </a:ext>
            </a:extLst>
          </p:cNvPr>
          <p:cNvSpPr/>
          <p:nvPr/>
        </p:nvSpPr>
        <p:spPr>
          <a:xfrm>
            <a:off x="-2339772" y="255500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66D358E-879F-F050-85C7-658E0B299524}"/>
              </a:ext>
            </a:extLst>
          </p:cNvPr>
          <p:cNvSpPr/>
          <p:nvPr/>
        </p:nvSpPr>
        <p:spPr>
          <a:xfrm>
            <a:off x="-2284459" y="2997119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9691DA-022E-3505-D434-50A29D0D131E}"/>
              </a:ext>
            </a:extLst>
          </p:cNvPr>
          <p:cNvSpPr/>
          <p:nvPr/>
        </p:nvSpPr>
        <p:spPr>
          <a:xfrm>
            <a:off x="-2356467" y="371764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FD378E-E587-3F9D-2B64-97AEB8B576B6}"/>
              </a:ext>
            </a:extLst>
          </p:cNvPr>
          <p:cNvSpPr/>
          <p:nvPr/>
        </p:nvSpPr>
        <p:spPr>
          <a:xfrm>
            <a:off x="-2356467" y="411151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09593A-5F26-B5ED-DC08-FBCB6A546807}"/>
              </a:ext>
            </a:extLst>
          </p:cNvPr>
          <p:cNvSpPr/>
          <p:nvPr/>
        </p:nvSpPr>
        <p:spPr>
          <a:xfrm>
            <a:off x="-2317517" y="450539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2411EC-98C7-F369-D7E1-3FDC029D0C61}"/>
              </a:ext>
            </a:extLst>
          </p:cNvPr>
          <p:cNvSpPr/>
          <p:nvPr/>
        </p:nvSpPr>
        <p:spPr>
          <a:xfrm>
            <a:off x="-2302047" y="4899264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B4D005-5CAD-10E0-FDA5-AC0198E4815C}"/>
              </a:ext>
            </a:extLst>
          </p:cNvPr>
          <p:cNvSpPr/>
          <p:nvPr/>
        </p:nvSpPr>
        <p:spPr>
          <a:xfrm>
            <a:off x="-2340103" y="531232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3F9418-3DF5-4FE5-4A55-B9D1B77229D6}"/>
              </a:ext>
            </a:extLst>
          </p:cNvPr>
          <p:cNvSpPr/>
          <p:nvPr/>
        </p:nvSpPr>
        <p:spPr>
          <a:xfrm>
            <a:off x="-2352627" y="5722891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E42CC12-C1C5-C1F7-6E56-A1BEB5BD0C9E}"/>
              </a:ext>
            </a:extLst>
          </p:cNvPr>
          <p:cNvSpPr/>
          <p:nvPr/>
        </p:nvSpPr>
        <p:spPr>
          <a:xfrm>
            <a:off x="-2502121" y="6153056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(p=0.025)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2A3242-A499-3FBF-DE9A-29A6FBB50F92}"/>
              </a:ext>
            </a:extLst>
          </p:cNvPr>
          <p:cNvSpPr/>
          <p:nvPr/>
        </p:nvSpPr>
        <p:spPr>
          <a:xfrm>
            <a:off x="-71877" y="40322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823967-CBCA-BE9C-D882-6DB97E38E599}"/>
              </a:ext>
            </a:extLst>
          </p:cNvPr>
          <p:cNvSpPr/>
          <p:nvPr/>
        </p:nvSpPr>
        <p:spPr>
          <a:xfrm>
            <a:off x="-71877" y="833166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FA1C11-9D22-FCB4-22D1-4591796618BF}"/>
              </a:ext>
            </a:extLst>
          </p:cNvPr>
          <p:cNvSpPr/>
          <p:nvPr/>
        </p:nvSpPr>
        <p:spPr>
          <a:xfrm>
            <a:off x="108143" y="126310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DD0AEB-DADB-11E9-496B-F1415A400B17}"/>
              </a:ext>
            </a:extLst>
          </p:cNvPr>
          <p:cNvSpPr/>
          <p:nvPr/>
        </p:nvSpPr>
        <p:spPr>
          <a:xfrm>
            <a:off x="12986" y="1695141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DD76F87-AF1F-034E-F014-061913F203EA}"/>
              </a:ext>
            </a:extLst>
          </p:cNvPr>
          <p:cNvSpPr/>
          <p:nvPr/>
        </p:nvSpPr>
        <p:spPr>
          <a:xfrm>
            <a:off x="12986" y="212507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EE0E1B-7397-31B3-9A9E-EFF23131FE90}"/>
              </a:ext>
            </a:extLst>
          </p:cNvPr>
          <p:cNvSpPr/>
          <p:nvPr/>
        </p:nvSpPr>
        <p:spPr>
          <a:xfrm>
            <a:off x="84994" y="2557127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C271404-71AF-1D26-B57C-7B68693B5961}"/>
              </a:ext>
            </a:extLst>
          </p:cNvPr>
          <p:cNvSpPr/>
          <p:nvPr/>
        </p:nvSpPr>
        <p:spPr>
          <a:xfrm>
            <a:off x="206632" y="3069348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1FF425-74C7-888E-A834-212E654E37FA}"/>
              </a:ext>
            </a:extLst>
          </p:cNvPr>
          <p:cNvSpPr/>
          <p:nvPr/>
        </p:nvSpPr>
        <p:spPr>
          <a:xfrm>
            <a:off x="134624" y="3789871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88833F8-CBBA-3B11-A9E3-ECD4B27059CB}"/>
              </a:ext>
            </a:extLst>
          </p:cNvPr>
          <p:cNvSpPr/>
          <p:nvPr/>
        </p:nvSpPr>
        <p:spPr>
          <a:xfrm>
            <a:off x="134624" y="418374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AF0BAC3-C97A-C7BB-A9BA-609A2AE151A9}"/>
              </a:ext>
            </a:extLst>
          </p:cNvPr>
          <p:cNvSpPr/>
          <p:nvPr/>
        </p:nvSpPr>
        <p:spPr>
          <a:xfrm>
            <a:off x="173574" y="4577619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D8B0950-E556-E4C6-68A4-028439D09AA8}"/>
              </a:ext>
            </a:extLst>
          </p:cNvPr>
          <p:cNvSpPr/>
          <p:nvPr/>
        </p:nvSpPr>
        <p:spPr>
          <a:xfrm>
            <a:off x="189044" y="4971493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3CD82C-15CB-D496-D2CB-D29F1715C2E1}"/>
              </a:ext>
            </a:extLst>
          </p:cNvPr>
          <p:cNvSpPr/>
          <p:nvPr/>
        </p:nvSpPr>
        <p:spPr>
          <a:xfrm>
            <a:off x="150988" y="5384553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021DFB-43F5-DC37-078B-F03A9949FCC5}"/>
              </a:ext>
            </a:extLst>
          </p:cNvPr>
          <p:cNvSpPr/>
          <p:nvPr/>
        </p:nvSpPr>
        <p:spPr>
          <a:xfrm>
            <a:off x="138464" y="579512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EEFC29B-B6AA-9188-6CE2-E6C17D0004DD}"/>
              </a:ext>
            </a:extLst>
          </p:cNvPr>
          <p:cNvSpPr/>
          <p:nvPr/>
        </p:nvSpPr>
        <p:spPr>
          <a:xfrm>
            <a:off x="-11030" y="6225285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(p=0.0375)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C01FEB0-A27C-0FB4-50A6-F6237AE31BE8}"/>
              </a:ext>
            </a:extLst>
          </p:cNvPr>
          <p:cNvSpPr/>
          <p:nvPr/>
        </p:nvSpPr>
        <p:spPr>
          <a:xfrm>
            <a:off x="2198524" y="370393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93B55D2-1696-1788-3D3F-87E72789CCE5}"/>
              </a:ext>
            </a:extLst>
          </p:cNvPr>
          <p:cNvSpPr/>
          <p:nvPr/>
        </p:nvSpPr>
        <p:spPr>
          <a:xfrm>
            <a:off x="2198524" y="800331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CA7E9A5-89C0-2A62-2F96-45D204802F13}"/>
              </a:ext>
            </a:extLst>
          </p:cNvPr>
          <p:cNvSpPr/>
          <p:nvPr/>
        </p:nvSpPr>
        <p:spPr>
          <a:xfrm>
            <a:off x="2378544" y="1230269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2CF296A-AE10-ADF0-191E-BCE44FAD2F30}"/>
              </a:ext>
            </a:extLst>
          </p:cNvPr>
          <p:cNvSpPr/>
          <p:nvPr/>
        </p:nvSpPr>
        <p:spPr>
          <a:xfrm>
            <a:off x="2283387" y="166230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192E75C-4602-C16F-4D61-9F049053BE33}"/>
              </a:ext>
            </a:extLst>
          </p:cNvPr>
          <p:cNvSpPr/>
          <p:nvPr/>
        </p:nvSpPr>
        <p:spPr>
          <a:xfrm>
            <a:off x="2283387" y="2092244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381BFC3-E8FD-091C-F0CD-CE255BB55C05}"/>
              </a:ext>
            </a:extLst>
          </p:cNvPr>
          <p:cNvSpPr/>
          <p:nvPr/>
        </p:nvSpPr>
        <p:spPr>
          <a:xfrm>
            <a:off x="2355395" y="252429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0D4E8E2-6463-13EB-7174-31B5FAA8EC9D}"/>
              </a:ext>
            </a:extLst>
          </p:cNvPr>
          <p:cNvSpPr/>
          <p:nvPr/>
        </p:nvSpPr>
        <p:spPr>
          <a:xfrm>
            <a:off x="2477033" y="3036513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2FCA763-28F8-0621-10E3-D6DB5F3484CE}"/>
              </a:ext>
            </a:extLst>
          </p:cNvPr>
          <p:cNvSpPr/>
          <p:nvPr/>
        </p:nvSpPr>
        <p:spPr>
          <a:xfrm>
            <a:off x="2405025" y="375703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24EC92D-D8D7-CDD6-8E42-85DC367B7A5A}"/>
              </a:ext>
            </a:extLst>
          </p:cNvPr>
          <p:cNvSpPr/>
          <p:nvPr/>
        </p:nvSpPr>
        <p:spPr>
          <a:xfrm>
            <a:off x="2405025" y="415091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6D128F0-DECE-C199-FA3A-068CB6AAD5F6}"/>
              </a:ext>
            </a:extLst>
          </p:cNvPr>
          <p:cNvSpPr/>
          <p:nvPr/>
        </p:nvSpPr>
        <p:spPr>
          <a:xfrm>
            <a:off x="2443975" y="454478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CC54926-E374-367F-DED2-B4D314D7F444}"/>
              </a:ext>
            </a:extLst>
          </p:cNvPr>
          <p:cNvSpPr/>
          <p:nvPr/>
        </p:nvSpPr>
        <p:spPr>
          <a:xfrm>
            <a:off x="2459445" y="4938658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6120E4F-99DC-CC2F-03B1-28E0F313C180}"/>
              </a:ext>
            </a:extLst>
          </p:cNvPr>
          <p:cNvSpPr/>
          <p:nvPr/>
        </p:nvSpPr>
        <p:spPr>
          <a:xfrm>
            <a:off x="2421389" y="535171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A89544D-77EC-1609-E7F7-98175452BDD0}"/>
              </a:ext>
            </a:extLst>
          </p:cNvPr>
          <p:cNvSpPr/>
          <p:nvPr/>
        </p:nvSpPr>
        <p:spPr>
          <a:xfrm>
            <a:off x="2408865" y="5762285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F8E593C-9FD0-0457-403A-B99157F91E14}"/>
              </a:ext>
            </a:extLst>
          </p:cNvPr>
          <p:cNvSpPr/>
          <p:nvPr/>
        </p:nvSpPr>
        <p:spPr>
          <a:xfrm>
            <a:off x="2259371" y="6192450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(p=0.05)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793FC1C-585E-0544-5B2D-DAA23B350FA9}"/>
              </a:ext>
            </a:extLst>
          </p:cNvPr>
          <p:cNvSpPr/>
          <p:nvPr/>
        </p:nvSpPr>
        <p:spPr>
          <a:xfrm>
            <a:off x="4555202" y="38743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445BF6F-7991-303B-0F94-6CBC0E14C929}"/>
              </a:ext>
            </a:extLst>
          </p:cNvPr>
          <p:cNvSpPr/>
          <p:nvPr/>
        </p:nvSpPr>
        <p:spPr>
          <a:xfrm>
            <a:off x="4555202" y="81736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175A52D-EE22-DBDF-2433-3C085F2DEB7B}"/>
              </a:ext>
            </a:extLst>
          </p:cNvPr>
          <p:cNvSpPr/>
          <p:nvPr/>
        </p:nvSpPr>
        <p:spPr>
          <a:xfrm>
            <a:off x="4735222" y="124730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C3203EE-954B-0CBF-BF28-560055C8542A}"/>
              </a:ext>
            </a:extLst>
          </p:cNvPr>
          <p:cNvSpPr/>
          <p:nvPr/>
        </p:nvSpPr>
        <p:spPr>
          <a:xfrm>
            <a:off x="4555533" y="167329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B82196-EECF-5174-99AD-C0676EF7D9A7}"/>
              </a:ext>
            </a:extLst>
          </p:cNvPr>
          <p:cNvSpPr/>
          <p:nvPr/>
        </p:nvSpPr>
        <p:spPr>
          <a:xfrm>
            <a:off x="4555533" y="210322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7D63D6B-E193-03B2-8AF7-8C6B53BFB76B}"/>
              </a:ext>
            </a:extLst>
          </p:cNvPr>
          <p:cNvSpPr/>
          <p:nvPr/>
        </p:nvSpPr>
        <p:spPr>
          <a:xfrm>
            <a:off x="4627541" y="253527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BE782D7-40DD-38FA-3087-EE2E78A142B3}"/>
              </a:ext>
            </a:extLst>
          </p:cNvPr>
          <p:cNvSpPr/>
          <p:nvPr/>
        </p:nvSpPr>
        <p:spPr>
          <a:xfrm>
            <a:off x="4682854" y="2977387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B484536-06E2-0C36-0DBB-3590E49A8B77}"/>
              </a:ext>
            </a:extLst>
          </p:cNvPr>
          <p:cNvSpPr/>
          <p:nvPr/>
        </p:nvSpPr>
        <p:spPr>
          <a:xfrm>
            <a:off x="4610846" y="369791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A578D5A-6B4D-1FDD-ECBD-EBA804EA13BD}"/>
              </a:ext>
            </a:extLst>
          </p:cNvPr>
          <p:cNvSpPr/>
          <p:nvPr/>
        </p:nvSpPr>
        <p:spPr>
          <a:xfrm>
            <a:off x="4610846" y="409178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71ECF6D-630D-92F9-C8FF-1868E6CC620D}"/>
              </a:ext>
            </a:extLst>
          </p:cNvPr>
          <p:cNvSpPr/>
          <p:nvPr/>
        </p:nvSpPr>
        <p:spPr>
          <a:xfrm>
            <a:off x="4649796" y="448565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C51B826-519F-8392-E03C-B77D0A427813}"/>
              </a:ext>
            </a:extLst>
          </p:cNvPr>
          <p:cNvSpPr/>
          <p:nvPr/>
        </p:nvSpPr>
        <p:spPr>
          <a:xfrm>
            <a:off x="4665266" y="4879532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3BC6BE1-F343-7C05-053E-E30BC34A3DF2}"/>
              </a:ext>
            </a:extLst>
          </p:cNvPr>
          <p:cNvSpPr/>
          <p:nvPr/>
        </p:nvSpPr>
        <p:spPr>
          <a:xfrm>
            <a:off x="4627210" y="529259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7EB7D9A-3DCC-9020-1F29-2207A7E874B7}"/>
              </a:ext>
            </a:extLst>
          </p:cNvPr>
          <p:cNvSpPr/>
          <p:nvPr/>
        </p:nvSpPr>
        <p:spPr>
          <a:xfrm>
            <a:off x="4614686" y="570315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D1B79D2-69A8-0FFF-3723-4FFA492EC649}"/>
              </a:ext>
            </a:extLst>
          </p:cNvPr>
          <p:cNvSpPr/>
          <p:nvPr/>
        </p:nvSpPr>
        <p:spPr>
          <a:xfrm>
            <a:off x="4465192" y="6133324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(p=0.0625)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723FF31-43BA-AA0B-5370-B674A0E24A7B}"/>
              </a:ext>
            </a:extLst>
          </p:cNvPr>
          <p:cNvSpPr/>
          <p:nvPr/>
        </p:nvSpPr>
        <p:spPr>
          <a:xfrm>
            <a:off x="6949056" y="38743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64A0C22-70AC-65B6-78DC-837AFF70EF5A}"/>
              </a:ext>
            </a:extLst>
          </p:cNvPr>
          <p:cNvSpPr/>
          <p:nvPr/>
        </p:nvSpPr>
        <p:spPr>
          <a:xfrm>
            <a:off x="6949056" y="81736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9B29C6D-14B8-5263-3946-8E62CCD442C9}"/>
              </a:ext>
            </a:extLst>
          </p:cNvPr>
          <p:cNvSpPr/>
          <p:nvPr/>
        </p:nvSpPr>
        <p:spPr>
          <a:xfrm>
            <a:off x="7129076" y="124730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E594C15-C8A7-BB21-336F-D6E510DB5F56}"/>
              </a:ext>
            </a:extLst>
          </p:cNvPr>
          <p:cNvSpPr/>
          <p:nvPr/>
        </p:nvSpPr>
        <p:spPr>
          <a:xfrm>
            <a:off x="6949387" y="167329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7E2C287-EB82-A4B8-468F-1B6F3D3A6DC8}"/>
              </a:ext>
            </a:extLst>
          </p:cNvPr>
          <p:cNvSpPr/>
          <p:nvPr/>
        </p:nvSpPr>
        <p:spPr>
          <a:xfrm>
            <a:off x="6949387" y="210322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6129A37-DE41-47FD-04A1-A3806DCC78C3}"/>
              </a:ext>
            </a:extLst>
          </p:cNvPr>
          <p:cNvSpPr/>
          <p:nvPr/>
        </p:nvSpPr>
        <p:spPr>
          <a:xfrm>
            <a:off x="7021395" y="253527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5CB308-926C-DE11-10CD-367E61865589}"/>
              </a:ext>
            </a:extLst>
          </p:cNvPr>
          <p:cNvSpPr/>
          <p:nvPr/>
        </p:nvSpPr>
        <p:spPr>
          <a:xfrm>
            <a:off x="7076708" y="2977387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8223272-06E4-467E-7039-63C3A80AD933}"/>
              </a:ext>
            </a:extLst>
          </p:cNvPr>
          <p:cNvSpPr/>
          <p:nvPr/>
        </p:nvSpPr>
        <p:spPr>
          <a:xfrm>
            <a:off x="7004700" y="369791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FA50955-80AF-439D-DDC9-F0F4603C62F2}"/>
              </a:ext>
            </a:extLst>
          </p:cNvPr>
          <p:cNvSpPr/>
          <p:nvPr/>
        </p:nvSpPr>
        <p:spPr>
          <a:xfrm>
            <a:off x="7004700" y="409178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9D4EBB8-3335-2A0D-726D-F009612804A5}"/>
              </a:ext>
            </a:extLst>
          </p:cNvPr>
          <p:cNvSpPr/>
          <p:nvPr/>
        </p:nvSpPr>
        <p:spPr>
          <a:xfrm>
            <a:off x="7043650" y="448565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878334A-EF0C-6925-D1C5-BFF9DE6BC565}"/>
              </a:ext>
            </a:extLst>
          </p:cNvPr>
          <p:cNvSpPr/>
          <p:nvPr/>
        </p:nvSpPr>
        <p:spPr>
          <a:xfrm>
            <a:off x="7059120" y="4879532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C764BEC-5004-90C6-8809-A3A35435DC17}"/>
              </a:ext>
            </a:extLst>
          </p:cNvPr>
          <p:cNvSpPr/>
          <p:nvPr/>
        </p:nvSpPr>
        <p:spPr>
          <a:xfrm>
            <a:off x="7021064" y="529259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E6EC311-7F72-C0F4-BB7B-D4EDB6E1F514}"/>
              </a:ext>
            </a:extLst>
          </p:cNvPr>
          <p:cNvSpPr/>
          <p:nvPr/>
        </p:nvSpPr>
        <p:spPr>
          <a:xfrm>
            <a:off x="7008540" y="570315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6A79061-BE4B-3EC7-9567-24259847608E}"/>
              </a:ext>
            </a:extLst>
          </p:cNvPr>
          <p:cNvSpPr/>
          <p:nvPr/>
        </p:nvSpPr>
        <p:spPr>
          <a:xfrm>
            <a:off x="6859046" y="6133324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(p=0.075)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5D4668F-7507-30C1-47FD-021EFC43AD7A}"/>
              </a:ext>
            </a:extLst>
          </p:cNvPr>
          <p:cNvSpPr/>
          <p:nvPr/>
        </p:nvSpPr>
        <p:spPr>
          <a:xfrm>
            <a:off x="9234010" y="33056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9AEAAD1-5E93-8451-2827-B2D6AED2163B}"/>
              </a:ext>
            </a:extLst>
          </p:cNvPr>
          <p:cNvSpPr/>
          <p:nvPr/>
        </p:nvSpPr>
        <p:spPr>
          <a:xfrm>
            <a:off x="9234010" y="760504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24E9C58-BA9B-67DF-5DB0-19C514F02173}"/>
              </a:ext>
            </a:extLst>
          </p:cNvPr>
          <p:cNvSpPr/>
          <p:nvPr/>
        </p:nvSpPr>
        <p:spPr>
          <a:xfrm>
            <a:off x="9414030" y="119044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097A4C9-C6CE-D2C9-00A7-0BB31A7DE30E}"/>
              </a:ext>
            </a:extLst>
          </p:cNvPr>
          <p:cNvSpPr/>
          <p:nvPr/>
        </p:nvSpPr>
        <p:spPr>
          <a:xfrm>
            <a:off x="9234341" y="161642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455677F-43C0-6DB1-1DD5-F238BB8D2F53}"/>
              </a:ext>
            </a:extLst>
          </p:cNvPr>
          <p:cNvSpPr/>
          <p:nvPr/>
        </p:nvSpPr>
        <p:spPr>
          <a:xfrm>
            <a:off x="9234341" y="2046364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A6E8956-2F0E-D8AE-E06C-E3BFFF3F8A0E}"/>
              </a:ext>
            </a:extLst>
          </p:cNvPr>
          <p:cNvSpPr/>
          <p:nvPr/>
        </p:nvSpPr>
        <p:spPr>
          <a:xfrm>
            <a:off x="9306349" y="247841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DC99A46-5B89-C4F7-BD28-EE8BA8568AF2}"/>
              </a:ext>
            </a:extLst>
          </p:cNvPr>
          <p:cNvSpPr/>
          <p:nvPr/>
        </p:nvSpPr>
        <p:spPr>
          <a:xfrm>
            <a:off x="9361662" y="2920523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F7450BB-38CD-F67E-D76C-452DDD5AEF00}"/>
              </a:ext>
            </a:extLst>
          </p:cNvPr>
          <p:cNvSpPr/>
          <p:nvPr/>
        </p:nvSpPr>
        <p:spPr>
          <a:xfrm>
            <a:off x="9289654" y="364104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7FB8600-D146-9E68-AB47-AC4EA3CBA985}"/>
              </a:ext>
            </a:extLst>
          </p:cNvPr>
          <p:cNvSpPr/>
          <p:nvPr/>
        </p:nvSpPr>
        <p:spPr>
          <a:xfrm>
            <a:off x="9289654" y="403492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F1D8B68-2BA1-01C1-C6CB-40D23BF615BA}"/>
              </a:ext>
            </a:extLst>
          </p:cNvPr>
          <p:cNvSpPr/>
          <p:nvPr/>
        </p:nvSpPr>
        <p:spPr>
          <a:xfrm>
            <a:off x="9328604" y="442879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2EBBD79-1957-7349-2E9D-7BE81B53C8B3}"/>
              </a:ext>
            </a:extLst>
          </p:cNvPr>
          <p:cNvSpPr/>
          <p:nvPr/>
        </p:nvSpPr>
        <p:spPr>
          <a:xfrm>
            <a:off x="9344074" y="4822668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8D07584-6ECF-0A6C-43F5-F56D9B89417A}"/>
              </a:ext>
            </a:extLst>
          </p:cNvPr>
          <p:cNvSpPr/>
          <p:nvPr/>
        </p:nvSpPr>
        <p:spPr>
          <a:xfrm>
            <a:off x="9306018" y="523572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715F1DC-0B31-3A14-7FBD-38C64823DA4E}"/>
              </a:ext>
            </a:extLst>
          </p:cNvPr>
          <p:cNvSpPr/>
          <p:nvPr/>
        </p:nvSpPr>
        <p:spPr>
          <a:xfrm>
            <a:off x="9293494" y="5646295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B5F2795-DDA9-4D61-DD55-14C62DC66A85}"/>
              </a:ext>
            </a:extLst>
          </p:cNvPr>
          <p:cNvSpPr/>
          <p:nvPr/>
        </p:nvSpPr>
        <p:spPr>
          <a:xfrm>
            <a:off x="9144000" y="6076460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(p=0.0875)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AB5A709-F8E5-009C-C96D-211140200EB0}"/>
              </a:ext>
            </a:extLst>
          </p:cNvPr>
          <p:cNvSpPr/>
          <p:nvPr/>
        </p:nvSpPr>
        <p:spPr>
          <a:xfrm>
            <a:off x="11553271" y="25921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FE3AEE7-DA2C-659F-7610-3309A844EB26}"/>
              </a:ext>
            </a:extLst>
          </p:cNvPr>
          <p:cNvSpPr/>
          <p:nvPr/>
        </p:nvSpPr>
        <p:spPr>
          <a:xfrm>
            <a:off x="11553271" y="68915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021DE74-B180-3E8F-F7F8-0A01DB521B9F}"/>
              </a:ext>
            </a:extLst>
          </p:cNvPr>
          <p:cNvSpPr/>
          <p:nvPr/>
        </p:nvSpPr>
        <p:spPr>
          <a:xfrm>
            <a:off x="11733291" y="111908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6619D02-6747-BA32-F160-4C405D20CC6F}"/>
              </a:ext>
            </a:extLst>
          </p:cNvPr>
          <p:cNvSpPr/>
          <p:nvPr/>
        </p:nvSpPr>
        <p:spPr>
          <a:xfrm>
            <a:off x="11638134" y="155112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5E07249-293B-4E9D-6E83-5EB7CD399223}"/>
              </a:ext>
            </a:extLst>
          </p:cNvPr>
          <p:cNvSpPr/>
          <p:nvPr/>
        </p:nvSpPr>
        <p:spPr>
          <a:xfrm>
            <a:off x="11638134" y="198106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90EB8F4-6A21-E5F3-B07D-A08DE912ECEE}"/>
              </a:ext>
            </a:extLst>
          </p:cNvPr>
          <p:cNvSpPr/>
          <p:nvPr/>
        </p:nvSpPr>
        <p:spPr>
          <a:xfrm>
            <a:off x="11710142" y="2413111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777CB52-06D7-B9EC-CF00-4EFEE5419CA3}"/>
              </a:ext>
            </a:extLst>
          </p:cNvPr>
          <p:cNvSpPr/>
          <p:nvPr/>
        </p:nvSpPr>
        <p:spPr>
          <a:xfrm>
            <a:off x="11831780" y="2925332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8540E3F-1A06-8EF1-96C2-E2D0C4F178E9}"/>
              </a:ext>
            </a:extLst>
          </p:cNvPr>
          <p:cNvSpPr/>
          <p:nvPr/>
        </p:nvSpPr>
        <p:spPr>
          <a:xfrm>
            <a:off x="11759772" y="364585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32F5988-BC73-1B54-674A-9F9C827DA16B}"/>
              </a:ext>
            </a:extLst>
          </p:cNvPr>
          <p:cNvSpPr/>
          <p:nvPr/>
        </p:nvSpPr>
        <p:spPr>
          <a:xfrm>
            <a:off x="11759772" y="4039729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11055CF-335F-6931-B279-F389F1544BD8}"/>
              </a:ext>
            </a:extLst>
          </p:cNvPr>
          <p:cNvSpPr/>
          <p:nvPr/>
        </p:nvSpPr>
        <p:spPr>
          <a:xfrm>
            <a:off x="11798722" y="4433603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2119900-CE17-F821-63CB-D933B5B0CB9E}"/>
              </a:ext>
            </a:extLst>
          </p:cNvPr>
          <p:cNvSpPr/>
          <p:nvPr/>
        </p:nvSpPr>
        <p:spPr>
          <a:xfrm>
            <a:off x="11814192" y="4827477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DE00018-B096-367E-0D1B-399FC779A313}"/>
              </a:ext>
            </a:extLst>
          </p:cNvPr>
          <p:cNvSpPr/>
          <p:nvPr/>
        </p:nvSpPr>
        <p:spPr>
          <a:xfrm>
            <a:off x="11776136" y="5240537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8ECC8C3-66EE-DE05-C753-E73FB6269475}"/>
              </a:ext>
            </a:extLst>
          </p:cNvPr>
          <p:cNvSpPr/>
          <p:nvPr/>
        </p:nvSpPr>
        <p:spPr>
          <a:xfrm>
            <a:off x="11763612" y="5651104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E627A4-5AC1-EB2A-0CD2-5836A84476E8}"/>
              </a:ext>
            </a:extLst>
          </p:cNvPr>
          <p:cNvSpPr/>
          <p:nvPr/>
        </p:nvSpPr>
        <p:spPr>
          <a:xfrm>
            <a:off x="11614118" y="6081269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(p=0.1)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78442DE-4891-27B2-5B44-3FFB0E043874}"/>
              </a:ext>
            </a:extLst>
          </p:cNvPr>
          <p:cNvSpPr/>
          <p:nvPr/>
        </p:nvSpPr>
        <p:spPr>
          <a:xfrm>
            <a:off x="13823672" y="226377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F38906F-6321-9FF4-1264-967E0FCDB567}"/>
              </a:ext>
            </a:extLst>
          </p:cNvPr>
          <p:cNvSpPr/>
          <p:nvPr/>
        </p:nvSpPr>
        <p:spPr>
          <a:xfrm>
            <a:off x="13823672" y="656315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E373C4F-DBCE-C599-A175-932E67E6DCFD}"/>
              </a:ext>
            </a:extLst>
          </p:cNvPr>
          <p:cNvSpPr/>
          <p:nvPr/>
        </p:nvSpPr>
        <p:spPr>
          <a:xfrm>
            <a:off x="14003692" y="1086253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EADB9FD-CFC1-9608-CF27-47A76FFBFCDD}"/>
              </a:ext>
            </a:extLst>
          </p:cNvPr>
          <p:cNvSpPr/>
          <p:nvPr/>
        </p:nvSpPr>
        <p:spPr>
          <a:xfrm>
            <a:off x="13908535" y="151829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CA40275-E97D-5D3D-CDC5-E8830A856FFA}"/>
              </a:ext>
            </a:extLst>
          </p:cNvPr>
          <p:cNvSpPr/>
          <p:nvPr/>
        </p:nvSpPr>
        <p:spPr>
          <a:xfrm>
            <a:off x="13908535" y="194822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38CD40B-8C9E-370C-DB4B-3D810118FA93}"/>
              </a:ext>
            </a:extLst>
          </p:cNvPr>
          <p:cNvSpPr/>
          <p:nvPr/>
        </p:nvSpPr>
        <p:spPr>
          <a:xfrm>
            <a:off x="13980543" y="238027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A1FBB92-87E8-C428-B405-ADB137823332}"/>
              </a:ext>
            </a:extLst>
          </p:cNvPr>
          <p:cNvSpPr/>
          <p:nvPr/>
        </p:nvSpPr>
        <p:spPr>
          <a:xfrm>
            <a:off x="14102181" y="2892497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46292E4-9BA7-8A2B-58DE-D0E6C4AE687E}"/>
              </a:ext>
            </a:extLst>
          </p:cNvPr>
          <p:cNvSpPr/>
          <p:nvPr/>
        </p:nvSpPr>
        <p:spPr>
          <a:xfrm>
            <a:off x="14030173" y="361302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DD5DF2C-E0A5-F7F0-AF0D-8B6C580A80F5}"/>
              </a:ext>
            </a:extLst>
          </p:cNvPr>
          <p:cNvSpPr/>
          <p:nvPr/>
        </p:nvSpPr>
        <p:spPr>
          <a:xfrm>
            <a:off x="14030173" y="400689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04BBD12-27FC-26F6-6552-917DE734FC30}"/>
              </a:ext>
            </a:extLst>
          </p:cNvPr>
          <p:cNvSpPr/>
          <p:nvPr/>
        </p:nvSpPr>
        <p:spPr>
          <a:xfrm>
            <a:off x="14069123" y="440076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E7AE2A4-B496-916A-0E89-2B4039DFD98B}"/>
              </a:ext>
            </a:extLst>
          </p:cNvPr>
          <p:cNvSpPr/>
          <p:nvPr/>
        </p:nvSpPr>
        <p:spPr>
          <a:xfrm>
            <a:off x="14084593" y="4794642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74EF05-315D-81BF-7284-CED940BFB50F}"/>
              </a:ext>
            </a:extLst>
          </p:cNvPr>
          <p:cNvSpPr/>
          <p:nvPr/>
        </p:nvSpPr>
        <p:spPr>
          <a:xfrm>
            <a:off x="14046537" y="520770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2FFD8B4B-5D0C-EC51-D766-5730E407C2EB}"/>
              </a:ext>
            </a:extLst>
          </p:cNvPr>
          <p:cNvSpPr/>
          <p:nvPr/>
        </p:nvSpPr>
        <p:spPr>
          <a:xfrm>
            <a:off x="14034013" y="561826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D36CC0A-8F1E-CDEF-BECD-A3D3E0F98DD6}"/>
              </a:ext>
            </a:extLst>
          </p:cNvPr>
          <p:cNvSpPr/>
          <p:nvPr/>
        </p:nvSpPr>
        <p:spPr>
          <a:xfrm>
            <a:off x="13884519" y="6048434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(p=0.1125)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A186F19-8090-AB0D-E263-7317EA69F456}"/>
              </a:ext>
            </a:extLst>
          </p:cNvPr>
          <p:cNvSpPr/>
          <p:nvPr/>
        </p:nvSpPr>
        <p:spPr>
          <a:xfrm>
            <a:off x="15826148" y="226377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5EDB4CA-049B-F53E-287A-674793B4C5F7}"/>
              </a:ext>
            </a:extLst>
          </p:cNvPr>
          <p:cNvSpPr/>
          <p:nvPr/>
        </p:nvSpPr>
        <p:spPr>
          <a:xfrm>
            <a:off x="15826148" y="656315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C1E5876-0011-42EF-50AB-669AAFD66708}"/>
              </a:ext>
            </a:extLst>
          </p:cNvPr>
          <p:cNvSpPr/>
          <p:nvPr/>
        </p:nvSpPr>
        <p:spPr>
          <a:xfrm>
            <a:off x="16006168" y="1086253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8882CA9-D962-E1DE-CB89-271998E46AB8}"/>
              </a:ext>
            </a:extLst>
          </p:cNvPr>
          <p:cNvSpPr/>
          <p:nvPr/>
        </p:nvSpPr>
        <p:spPr>
          <a:xfrm>
            <a:off x="15911011" y="151829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EB2425-1B87-218A-5C59-7F35B6E1689F}"/>
              </a:ext>
            </a:extLst>
          </p:cNvPr>
          <p:cNvSpPr/>
          <p:nvPr/>
        </p:nvSpPr>
        <p:spPr>
          <a:xfrm>
            <a:off x="15911011" y="1948228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8F5E8C3-30BD-2E76-AEB5-03B716863B0D}"/>
              </a:ext>
            </a:extLst>
          </p:cNvPr>
          <p:cNvSpPr/>
          <p:nvPr/>
        </p:nvSpPr>
        <p:spPr>
          <a:xfrm>
            <a:off x="15983019" y="238027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B11D403-56FA-791D-80AE-57B383E666A4}"/>
              </a:ext>
            </a:extLst>
          </p:cNvPr>
          <p:cNvSpPr/>
          <p:nvPr/>
        </p:nvSpPr>
        <p:spPr>
          <a:xfrm>
            <a:off x="16104657" y="2892497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7AF323C-FC9F-675A-4977-4A61296EE9ED}"/>
              </a:ext>
            </a:extLst>
          </p:cNvPr>
          <p:cNvSpPr/>
          <p:nvPr/>
        </p:nvSpPr>
        <p:spPr>
          <a:xfrm>
            <a:off x="16032649" y="361302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07E228E-D75C-7259-14C5-D013A88D9AC3}"/>
              </a:ext>
            </a:extLst>
          </p:cNvPr>
          <p:cNvSpPr/>
          <p:nvPr/>
        </p:nvSpPr>
        <p:spPr>
          <a:xfrm>
            <a:off x="16032649" y="400689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B698DCDB-D144-1993-6B58-EF95CF3D203D}"/>
              </a:ext>
            </a:extLst>
          </p:cNvPr>
          <p:cNvSpPr/>
          <p:nvPr/>
        </p:nvSpPr>
        <p:spPr>
          <a:xfrm>
            <a:off x="16071599" y="440076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DFA5E8B-EDAF-6904-1707-7571FB64514C}"/>
              </a:ext>
            </a:extLst>
          </p:cNvPr>
          <p:cNvSpPr/>
          <p:nvPr/>
        </p:nvSpPr>
        <p:spPr>
          <a:xfrm>
            <a:off x="16087069" y="4794642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2DAD8C1-A28B-EE11-38B6-71506EFC9FE2}"/>
              </a:ext>
            </a:extLst>
          </p:cNvPr>
          <p:cNvSpPr/>
          <p:nvPr/>
        </p:nvSpPr>
        <p:spPr>
          <a:xfrm>
            <a:off x="16049013" y="520770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9786DA6-AE49-09D3-9D28-87B2DC490B30}"/>
              </a:ext>
            </a:extLst>
          </p:cNvPr>
          <p:cNvSpPr/>
          <p:nvPr/>
        </p:nvSpPr>
        <p:spPr>
          <a:xfrm>
            <a:off x="16036489" y="561826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A1B7E6C-5F1A-D6A2-C826-9D2F3A75C24D}"/>
              </a:ext>
            </a:extLst>
          </p:cNvPr>
          <p:cNvSpPr/>
          <p:nvPr/>
        </p:nvSpPr>
        <p:spPr>
          <a:xfrm>
            <a:off x="15886995" y="6048434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(p=0.125)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0ED84CB-534D-0B94-341D-A0B417B2DD9C}"/>
              </a:ext>
            </a:extLst>
          </p:cNvPr>
          <p:cNvSpPr/>
          <p:nvPr/>
        </p:nvSpPr>
        <p:spPr>
          <a:xfrm>
            <a:off x="-7374773" y="8263721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7C42F94-B9B0-1565-E260-37BB7B22F352}"/>
              </a:ext>
            </a:extLst>
          </p:cNvPr>
          <p:cNvSpPr/>
          <p:nvPr/>
        </p:nvSpPr>
        <p:spPr>
          <a:xfrm>
            <a:off x="-7374773" y="869365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DFF3751-C785-19AA-129D-F637F86BB52A}"/>
              </a:ext>
            </a:extLst>
          </p:cNvPr>
          <p:cNvSpPr/>
          <p:nvPr/>
        </p:nvSpPr>
        <p:spPr>
          <a:xfrm>
            <a:off x="-7194753" y="9123597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B4578AC-3F4A-99A9-298F-CFC5E932EC61}"/>
              </a:ext>
            </a:extLst>
          </p:cNvPr>
          <p:cNvSpPr/>
          <p:nvPr/>
        </p:nvSpPr>
        <p:spPr>
          <a:xfrm>
            <a:off x="-7289910" y="955563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F18E67D-4C4F-D6F2-C8F4-FB768BF4E0F9}"/>
              </a:ext>
            </a:extLst>
          </p:cNvPr>
          <p:cNvSpPr/>
          <p:nvPr/>
        </p:nvSpPr>
        <p:spPr>
          <a:xfrm>
            <a:off x="-7289910" y="9985572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B8D85D7-AE8F-BEFF-AE62-BFF61EF8E682}"/>
              </a:ext>
            </a:extLst>
          </p:cNvPr>
          <p:cNvSpPr/>
          <p:nvPr/>
        </p:nvSpPr>
        <p:spPr>
          <a:xfrm>
            <a:off x="-7217902" y="1041762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1EF7063-8870-DABB-C93B-2EFA607D0396}"/>
              </a:ext>
            </a:extLst>
          </p:cNvPr>
          <p:cNvSpPr/>
          <p:nvPr/>
        </p:nvSpPr>
        <p:spPr>
          <a:xfrm>
            <a:off x="-7096264" y="10929841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FD6FA63-CAF6-7B01-AB31-CCCB36C9FB67}"/>
              </a:ext>
            </a:extLst>
          </p:cNvPr>
          <p:cNvSpPr/>
          <p:nvPr/>
        </p:nvSpPr>
        <p:spPr>
          <a:xfrm>
            <a:off x="-7168272" y="1165036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939BAE2-B61D-221F-0A5E-B4ABE2408361}"/>
              </a:ext>
            </a:extLst>
          </p:cNvPr>
          <p:cNvSpPr/>
          <p:nvPr/>
        </p:nvSpPr>
        <p:spPr>
          <a:xfrm>
            <a:off x="-7168272" y="1204423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6726279D-D502-262E-0291-17281A717B63}"/>
              </a:ext>
            </a:extLst>
          </p:cNvPr>
          <p:cNvSpPr/>
          <p:nvPr/>
        </p:nvSpPr>
        <p:spPr>
          <a:xfrm>
            <a:off x="-7129322" y="1243811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35C81C2-18A9-4BEB-7B7A-937F214514EB}"/>
              </a:ext>
            </a:extLst>
          </p:cNvPr>
          <p:cNvSpPr/>
          <p:nvPr/>
        </p:nvSpPr>
        <p:spPr>
          <a:xfrm>
            <a:off x="-7113852" y="12831986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0F1F972-3574-F486-C260-59534130D357}"/>
              </a:ext>
            </a:extLst>
          </p:cNvPr>
          <p:cNvSpPr/>
          <p:nvPr/>
        </p:nvSpPr>
        <p:spPr>
          <a:xfrm>
            <a:off x="-7151908" y="1324504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25B11E8-53BB-BD0A-3079-33AD4624A1E1}"/>
              </a:ext>
            </a:extLst>
          </p:cNvPr>
          <p:cNvSpPr/>
          <p:nvPr/>
        </p:nvSpPr>
        <p:spPr>
          <a:xfrm>
            <a:off x="-7164432" y="1365561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8B908C0E-9C76-4716-99F3-36D1CC5CFAB6}"/>
              </a:ext>
            </a:extLst>
          </p:cNvPr>
          <p:cNvSpPr/>
          <p:nvPr/>
        </p:nvSpPr>
        <p:spPr>
          <a:xfrm>
            <a:off x="-7313926" y="14085778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(p=0.1375)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31CEC79-B53A-39EB-AD49-87252304A6F2}"/>
              </a:ext>
            </a:extLst>
          </p:cNvPr>
          <p:cNvSpPr/>
          <p:nvPr/>
        </p:nvSpPr>
        <p:spPr>
          <a:xfrm>
            <a:off x="-4352230" y="815830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E2AD7BB-1FF3-6694-AC81-80F280249745}"/>
              </a:ext>
            </a:extLst>
          </p:cNvPr>
          <p:cNvSpPr/>
          <p:nvPr/>
        </p:nvSpPr>
        <p:spPr>
          <a:xfrm>
            <a:off x="-4352230" y="858824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41B7F2D-DC13-307E-60B3-5CD6F907F016}"/>
              </a:ext>
            </a:extLst>
          </p:cNvPr>
          <p:cNvSpPr/>
          <p:nvPr/>
        </p:nvSpPr>
        <p:spPr>
          <a:xfrm>
            <a:off x="-4172210" y="9018181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A9929C1-9B9B-5E92-68D5-3416E7CC7E34}"/>
              </a:ext>
            </a:extLst>
          </p:cNvPr>
          <p:cNvSpPr/>
          <p:nvPr/>
        </p:nvSpPr>
        <p:spPr>
          <a:xfrm>
            <a:off x="-4267367" y="945021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5EE0682-5059-7D68-4920-B07CEC98912F}"/>
              </a:ext>
            </a:extLst>
          </p:cNvPr>
          <p:cNvSpPr/>
          <p:nvPr/>
        </p:nvSpPr>
        <p:spPr>
          <a:xfrm>
            <a:off x="-4267367" y="9880156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F607101C-E1A2-9CA2-2065-F6114BE22B59}"/>
              </a:ext>
            </a:extLst>
          </p:cNvPr>
          <p:cNvSpPr/>
          <p:nvPr/>
        </p:nvSpPr>
        <p:spPr>
          <a:xfrm>
            <a:off x="-4195359" y="1031220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824DCEB-65AD-AC3A-BA0D-D5E4994569C8}"/>
              </a:ext>
            </a:extLst>
          </p:cNvPr>
          <p:cNvSpPr/>
          <p:nvPr/>
        </p:nvSpPr>
        <p:spPr>
          <a:xfrm>
            <a:off x="-4073721" y="10824425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ED1FF546-98DC-8098-ABA7-CA463BAA98E3}"/>
              </a:ext>
            </a:extLst>
          </p:cNvPr>
          <p:cNvSpPr/>
          <p:nvPr/>
        </p:nvSpPr>
        <p:spPr>
          <a:xfrm>
            <a:off x="-4145729" y="1154494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7B83882-9FF5-99D4-985E-28B285D4BE0D}"/>
              </a:ext>
            </a:extLst>
          </p:cNvPr>
          <p:cNvSpPr/>
          <p:nvPr/>
        </p:nvSpPr>
        <p:spPr>
          <a:xfrm>
            <a:off x="-4145729" y="1193882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6E3DB0C-1D62-495B-334E-0531FAA2607F}"/>
              </a:ext>
            </a:extLst>
          </p:cNvPr>
          <p:cNvSpPr/>
          <p:nvPr/>
        </p:nvSpPr>
        <p:spPr>
          <a:xfrm>
            <a:off x="-4106779" y="1233269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9246AADB-278D-CF8E-D75D-499168098FF0}"/>
              </a:ext>
            </a:extLst>
          </p:cNvPr>
          <p:cNvSpPr/>
          <p:nvPr/>
        </p:nvSpPr>
        <p:spPr>
          <a:xfrm>
            <a:off x="-4091309" y="12726570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65C0DD5-B970-42BC-BB53-5093165828AB}"/>
              </a:ext>
            </a:extLst>
          </p:cNvPr>
          <p:cNvSpPr/>
          <p:nvPr/>
        </p:nvSpPr>
        <p:spPr>
          <a:xfrm>
            <a:off x="-4129365" y="1313963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437B609-03E2-8BCA-17C1-047330847BD8}"/>
              </a:ext>
            </a:extLst>
          </p:cNvPr>
          <p:cNvSpPr/>
          <p:nvPr/>
        </p:nvSpPr>
        <p:spPr>
          <a:xfrm>
            <a:off x="-4141889" y="13550197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33AC360B-883B-2DAF-D985-A9CA386ED2BD}"/>
              </a:ext>
            </a:extLst>
          </p:cNvPr>
          <p:cNvSpPr/>
          <p:nvPr/>
        </p:nvSpPr>
        <p:spPr>
          <a:xfrm>
            <a:off x="-4291383" y="13980362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(p=0.15)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24493F8-5C0F-C755-75BC-55CF7DA85102}"/>
              </a:ext>
            </a:extLst>
          </p:cNvPr>
          <p:cNvSpPr/>
          <p:nvPr/>
        </p:nvSpPr>
        <p:spPr>
          <a:xfrm>
            <a:off x="-1656053" y="8158305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A4D88F95-C798-D3F8-6D7C-CE01940A9DA2}"/>
              </a:ext>
            </a:extLst>
          </p:cNvPr>
          <p:cNvSpPr/>
          <p:nvPr/>
        </p:nvSpPr>
        <p:spPr>
          <a:xfrm>
            <a:off x="-1656053" y="858824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5203A91-955D-EBE0-149B-BA7EAA7E838F}"/>
              </a:ext>
            </a:extLst>
          </p:cNvPr>
          <p:cNvSpPr/>
          <p:nvPr/>
        </p:nvSpPr>
        <p:spPr>
          <a:xfrm>
            <a:off x="-1476033" y="9018181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0103BEC-D132-C6D8-7D7A-56F987518E64}"/>
              </a:ext>
            </a:extLst>
          </p:cNvPr>
          <p:cNvSpPr/>
          <p:nvPr/>
        </p:nvSpPr>
        <p:spPr>
          <a:xfrm>
            <a:off x="-1571190" y="945021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549B43B-865C-BEF2-001B-1E32199C6DFB}"/>
              </a:ext>
            </a:extLst>
          </p:cNvPr>
          <p:cNvSpPr/>
          <p:nvPr/>
        </p:nvSpPr>
        <p:spPr>
          <a:xfrm>
            <a:off x="-1571190" y="9880156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9777608-F477-FC65-AA3E-A1D09889199F}"/>
              </a:ext>
            </a:extLst>
          </p:cNvPr>
          <p:cNvSpPr/>
          <p:nvPr/>
        </p:nvSpPr>
        <p:spPr>
          <a:xfrm>
            <a:off x="-1499182" y="10312204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BE2D182-FC49-FA3C-A28B-13639E073A3D}"/>
              </a:ext>
            </a:extLst>
          </p:cNvPr>
          <p:cNvSpPr/>
          <p:nvPr/>
        </p:nvSpPr>
        <p:spPr>
          <a:xfrm>
            <a:off x="-1377544" y="10824425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E7611F4-EA5F-031F-1882-BD1879823FD8}"/>
              </a:ext>
            </a:extLst>
          </p:cNvPr>
          <p:cNvSpPr/>
          <p:nvPr/>
        </p:nvSpPr>
        <p:spPr>
          <a:xfrm>
            <a:off x="-1449552" y="1154494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7011C3DD-4C9F-64F0-FAE8-BB95BEA719E3}"/>
              </a:ext>
            </a:extLst>
          </p:cNvPr>
          <p:cNvSpPr/>
          <p:nvPr/>
        </p:nvSpPr>
        <p:spPr>
          <a:xfrm>
            <a:off x="-1449552" y="1193882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688AF77-12D1-D44C-8D1F-1F9CA65D89D1}"/>
              </a:ext>
            </a:extLst>
          </p:cNvPr>
          <p:cNvSpPr/>
          <p:nvPr/>
        </p:nvSpPr>
        <p:spPr>
          <a:xfrm>
            <a:off x="-1410602" y="12332696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D0C3396-A981-94E2-5712-4474B415C3C0}"/>
              </a:ext>
            </a:extLst>
          </p:cNvPr>
          <p:cNvSpPr/>
          <p:nvPr/>
        </p:nvSpPr>
        <p:spPr>
          <a:xfrm>
            <a:off x="-1395132" y="12726570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F17458B5-DCB0-5114-1831-519F7A4F339A}"/>
              </a:ext>
            </a:extLst>
          </p:cNvPr>
          <p:cNvSpPr/>
          <p:nvPr/>
        </p:nvSpPr>
        <p:spPr>
          <a:xfrm>
            <a:off x="-1433188" y="1313963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507AE25-5719-864E-F4B1-14D37433B536}"/>
              </a:ext>
            </a:extLst>
          </p:cNvPr>
          <p:cNvSpPr/>
          <p:nvPr/>
        </p:nvSpPr>
        <p:spPr>
          <a:xfrm>
            <a:off x="-1445712" y="13550197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0D448C9-5309-EBD6-6749-CB9FF4CF996F}"/>
              </a:ext>
            </a:extLst>
          </p:cNvPr>
          <p:cNvSpPr/>
          <p:nvPr/>
        </p:nvSpPr>
        <p:spPr>
          <a:xfrm>
            <a:off x="-1595206" y="13980362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(p=0.1625)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F0A32D5-6064-D8FA-62D1-DB11ABAB40AF}"/>
              </a:ext>
            </a:extLst>
          </p:cNvPr>
          <p:cNvSpPr/>
          <p:nvPr/>
        </p:nvSpPr>
        <p:spPr>
          <a:xfrm>
            <a:off x="1105094" y="8101761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521B6C3-CB88-F314-0320-B90C0A34903F}"/>
              </a:ext>
            </a:extLst>
          </p:cNvPr>
          <p:cNvSpPr/>
          <p:nvPr/>
        </p:nvSpPr>
        <p:spPr>
          <a:xfrm>
            <a:off x="1105094" y="8531699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EBE7D18-E9B0-9FAD-535B-E46F00DBC740}"/>
              </a:ext>
            </a:extLst>
          </p:cNvPr>
          <p:cNvSpPr/>
          <p:nvPr/>
        </p:nvSpPr>
        <p:spPr>
          <a:xfrm>
            <a:off x="1285114" y="8961637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8C83FAFE-119A-ED8D-A4B6-20831C0002BC}"/>
              </a:ext>
            </a:extLst>
          </p:cNvPr>
          <p:cNvSpPr/>
          <p:nvPr/>
        </p:nvSpPr>
        <p:spPr>
          <a:xfrm>
            <a:off x="1189957" y="939367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Conv2d(5*5)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A4919329-0ABF-85B4-C44B-E05047C67F79}"/>
              </a:ext>
            </a:extLst>
          </p:cNvPr>
          <p:cNvSpPr/>
          <p:nvPr/>
        </p:nvSpPr>
        <p:spPr>
          <a:xfrm>
            <a:off x="1189957" y="9823612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25C02B91-3E6C-33DF-AFBA-CF6A0C7EF799}"/>
              </a:ext>
            </a:extLst>
          </p:cNvPr>
          <p:cNvSpPr/>
          <p:nvPr/>
        </p:nvSpPr>
        <p:spPr>
          <a:xfrm>
            <a:off x="1261965" y="1025566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8AD491B-CEC5-43CC-5077-986EEE2B1DE1}"/>
              </a:ext>
            </a:extLst>
          </p:cNvPr>
          <p:cNvSpPr/>
          <p:nvPr/>
        </p:nvSpPr>
        <p:spPr>
          <a:xfrm>
            <a:off x="1383603" y="10767881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EC6A905-D2F5-5263-6572-3A40385EB80D}"/>
              </a:ext>
            </a:extLst>
          </p:cNvPr>
          <p:cNvSpPr/>
          <p:nvPr/>
        </p:nvSpPr>
        <p:spPr>
          <a:xfrm>
            <a:off x="1311595" y="1148840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9B629C3D-5D42-EC45-FFB2-222CB8A6F77D}"/>
              </a:ext>
            </a:extLst>
          </p:cNvPr>
          <p:cNvSpPr/>
          <p:nvPr/>
        </p:nvSpPr>
        <p:spPr>
          <a:xfrm>
            <a:off x="1311595" y="11882278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D2C2B201-6356-45AF-1531-8988D1AA33AF}"/>
              </a:ext>
            </a:extLst>
          </p:cNvPr>
          <p:cNvSpPr/>
          <p:nvPr/>
        </p:nvSpPr>
        <p:spPr>
          <a:xfrm>
            <a:off x="1350545" y="12276152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523EF54-29A1-A8F6-193D-2965800986D1}"/>
              </a:ext>
            </a:extLst>
          </p:cNvPr>
          <p:cNvSpPr/>
          <p:nvPr/>
        </p:nvSpPr>
        <p:spPr>
          <a:xfrm>
            <a:off x="1366015" y="12670026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9FA3C15-1F47-B333-32C9-8D118D2D0D66}"/>
              </a:ext>
            </a:extLst>
          </p:cNvPr>
          <p:cNvSpPr/>
          <p:nvPr/>
        </p:nvSpPr>
        <p:spPr>
          <a:xfrm>
            <a:off x="1327959" y="1308308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FF0A3D4-1218-5107-12AA-E295E3A31B41}"/>
              </a:ext>
            </a:extLst>
          </p:cNvPr>
          <p:cNvSpPr/>
          <p:nvPr/>
        </p:nvSpPr>
        <p:spPr>
          <a:xfrm>
            <a:off x="1315435" y="13493653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34686AE-3698-6163-5E8B-71C5BA4F1432}"/>
              </a:ext>
            </a:extLst>
          </p:cNvPr>
          <p:cNvSpPr/>
          <p:nvPr/>
        </p:nvSpPr>
        <p:spPr>
          <a:xfrm>
            <a:off x="1165941" y="13923818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(p=0.175)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AB0F7EBE-A91F-8FC5-B4B4-D767A1E436AE}"/>
              </a:ext>
            </a:extLst>
          </p:cNvPr>
          <p:cNvSpPr/>
          <p:nvPr/>
        </p:nvSpPr>
        <p:spPr>
          <a:xfrm>
            <a:off x="4195039" y="8082263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39D3CC0-BBF8-DFD0-3212-07B9E6D3BE52}"/>
              </a:ext>
            </a:extLst>
          </p:cNvPr>
          <p:cNvSpPr/>
          <p:nvPr/>
        </p:nvSpPr>
        <p:spPr>
          <a:xfrm>
            <a:off x="4195039" y="8512201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22407335-BD42-4ABC-5776-1297CF6457BC}"/>
              </a:ext>
            </a:extLst>
          </p:cNvPr>
          <p:cNvSpPr/>
          <p:nvPr/>
        </p:nvSpPr>
        <p:spPr>
          <a:xfrm>
            <a:off x="4375059" y="8942139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816E8157-B7CA-AD83-CA49-A091F1330656}"/>
              </a:ext>
            </a:extLst>
          </p:cNvPr>
          <p:cNvSpPr/>
          <p:nvPr/>
        </p:nvSpPr>
        <p:spPr>
          <a:xfrm>
            <a:off x="4282270" y="947845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Conv2d(3*3)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12341A5-992E-A252-54A7-A387FC06BCBF}"/>
              </a:ext>
            </a:extLst>
          </p:cNvPr>
          <p:cNvSpPr/>
          <p:nvPr/>
        </p:nvSpPr>
        <p:spPr>
          <a:xfrm>
            <a:off x="4282270" y="9908390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48490DA-9785-DFBC-5DB7-6172DA8487A7}"/>
              </a:ext>
            </a:extLst>
          </p:cNvPr>
          <p:cNvSpPr/>
          <p:nvPr/>
        </p:nvSpPr>
        <p:spPr>
          <a:xfrm>
            <a:off x="4462290" y="10338328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DCE15E1E-0ACF-9D88-7B6F-B8973419D3A6}"/>
              </a:ext>
            </a:extLst>
          </p:cNvPr>
          <p:cNvSpPr/>
          <p:nvPr/>
        </p:nvSpPr>
        <p:spPr>
          <a:xfrm>
            <a:off x="4442483" y="10800759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F9126E9-1BA1-07C7-D726-DFBFA6E61B61}"/>
              </a:ext>
            </a:extLst>
          </p:cNvPr>
          <p:cNvSpPr/>
          <p:nvPr/>
        </p:nvSpPr>
        <p:spPr>
          <a:xfrm>
            <a:off x="4370475" y="11521282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73CBA4A8-DF97-7544-719E-DC4500B51E4A}"/>
              </a:ext>
            </a:extLst>
          </p:cNvPr>
          <p:cNvSpPr/>
          <p:nvPr/>
        </p:nvSpPr>
        <p:spPr>
          <a:xfrm>
            <a:off x="4370475" y="11915156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05DCAEF-1195-F39C-3C0F-985A7CB83AD2}"/>
              </a:ext>
            </a:extLst>
          </p:cNvPr>
          <p:cNvSpPr/>
          <p:nvPr/>
        </p:nvSpPr>
        <p:spPr>
          <a:xfrm>
            <a:off x="4409425" y="1230903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BF598B6-A7CE-8662-F701-01D3DDFCFD1A}"/>
              </a:ext>
            </a:extLst>
          </p:cNvPr>
          <p:cNvSpPr/>
          <p:nvPr/>
        </p:nvSpPr>
        <p:spPr>
          <a:xfrm>
            <a:off x="4424895" y="12702904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9AFC25EF-841A-E061-B331-E7D836DB596B}"/>
              </a:ext>
            </a:extLst>
          </p:cNvPr>
          <p:cNvSpPr/>
          <p:nvPr/>
        </p:nvSpPr>
        <p:spPr>
          <a:xfrm>
            <a:off x="4447190" y="13150080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4E2C3E11-93CA-6843-DC36-5801E53C7B48}"/>
              </a:ext>
            </a:extLst>
          </p:cNvPr>
          <p:cNvSpPr/>
          <p:nvPr/>
        </p:nvSpPr>
        <p:spPr>
          <a:xfrm>
            <a:off x="4434666" y="13560647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1EBACD8F-D9B1-CF3B-AB9E-4279F0C7E626}"/>
              </a:ext>
            </a:extLst>
          </p:cNvPr>
          <p:cNvSpPr/>
          <p:nvPr/>
        </p:nvSpPr>
        <p:spPr>
          <a:xfrm>
            <a:off x="4258260" y="14014176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(p=0.1875)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D31DE65-1E88-EACF-1A05-17449EF771F7}"/>
              </a:ext>
            </a:extLst>
          </p:cNvPr>
          <p:cNvSpPr/>
          <p:nvPr/>
        </p:nvSpPr>
        <p:spPr>
          <a:xfrm>
            <a:off x="7004700" y="7977864"/>
            <a:ext cx="158417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Conv2d(1*1)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FA7B8BF2-D9DB-F93D-4443-EBF2DBB15A88}"/>
              </a:ext>
            </a:extLst>
          </p:cNvPr>
          <p:cNvSpPr/>
          <p:nvPr/>
        </p:nvSpPr>
        <p:spPr>
          <a:xfrm>
            <a:off x="7004700" y="8407802"/>
            <a:ext cx="1656184" cy="2880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BatchNorm2d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68597907-5EE1-5DDA-26AA-075B0BEFD929}"/>
              </a:ext>
            </a:extLst>
          </p:cNvPr>
          <p:cNvSpPr/>
          <p:nvPr/>
        </p:nvSpPr>
        <p:spPr>
          <a:xfrm>
            <a:off x="7184720" y="8837740"/>
            <a:ext cx="1296144" cy="288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SiLU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44DDF60-0BDC-DB48-88C6-42B8B6CC3FFF}"/>
              </a:ext>
            </a:extLst>
          </p:cNvPr>
          <p:cNvSpPr/>
          <p:nvPr/>
        </p:nvSpPr>
        <p:spPr>
          <a:xfrm>
            <a:off x="7188560" y="9409654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AdaptiveAvgPool2D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4C0B47F8-2958-F3B7-C726-3B01D9770BC2}"/>
              </a:ext>
            </a:extLst>
          </p:cNvPr>
          <p:cNvSpPr/>
          <p:nvPr/>
        </p:nvSpPr>
        <p:spPr>
          <a:xfrm>
            <a:off x="7239302" y="10390192"/>
            <a:ext cx="1296144" cy="64829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Drop out(p=0.2)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4E40D44-8F35-FD9F-588D-EE92339C5D68}"/>
              </a:ext>
            </a:extLst>
          </p:cNvPr>
          <p:cNvSpPr/>
          <p:nvPr/>
        </p:nvSpPr>
        <p:spPr>
          <a:xfrm>
            <a:off x="6914182" y="11367302"/>
            <a:ext cx="2375472" cy="63332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Linear (features, 1)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C80C3396-6882-C97A-BDA4-BFEEAACA2008}"/>
              </a:ext>
            </a:extLst>
          </p:cNvPr>
          <p:cNvSpPr/>
          <p:nvPr/>
        </p:nvSpPr>
        <p:spPr>
          <a:xfrm>
            <a:off x="7188560" y="12224510"/>
            <a:ext cx="1296144" cy="28803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sigmoid</a:t>
            </a:r>
          </a:p>
        </p:txBody>
      </p:sp>
    </p:spTree>
    <p:extLst>
      <p:ext uri="{BB962C8B-B14F-4D97-AF65-F5344CB8AC3E}">
        <p14:creationId xmlns:p14="http://schemas.microsoft.com/office/powerpoint/2010/main" val="2071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112121-3566-C138-5E20-2FBF65CE3EB4}"/>
                  </a:ext>
                </a:extLst>
              </p:cNvPr>
              <p:cNvSpPr/>
              <p:nvPr/>
            </p:nvSpPr>
            <p:spPr>
              <a:xfrm>
                <a:off x="12445870" y="5511093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112121-3566-C138-5E20-2FBF65CE3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5870" y="5511093"/>
                <a:ext cx="1584176" cy="288032"/>
              </a:xfrm>
              <a:prstGeom prst="rect">
                <a:avLst/>
              </a:prstGeom>
              <a:blipFill>
                <a:blip r:embed="rId2"/>
                <a:stretch>
                  <a:fillRect b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61A0660-3540-2FEF-F4FD-D1F9334F2814}"/>
              </a:ext>
            </a:extLst>
          </p:cNvPr>
          <p:cNvSpPr/>
          <p:nvPr/>
        </p:nvSpPr>
        <p:spPr>
          <a:xfrm>
            <a:off x="12445870" y="5907708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B88B17-1D81-560E-97FB-646457C1FA85}"/>
              </a:ext>
            </a:extLst>
          </p:cNvPr>
          <p:cNvSpPr/>
          <p:nvPr/>
        </p:nvSpPr>
        <p:spPr>
          <a:xfrm>
            <a:off x="12447155" y="6304323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BB23B2-DAC4-D9B9-683B-E6A7886096B9}"/>
              </a:ext>
            </a:extLst>
          </p:cNvPr>
          <p:cNvSpPr/>
          <p:nvPr/>
        </p:nvSpPr>
        <p:spPr>
          <a:xfrm>
            <a:off x="12401650" y="6741696"/>
            <a:ext cx="1728193" cy="30628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AdaptiveAvgPool2D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FC8D2D7-6F9C-FAB6-28E9-ADA8DFAFAB21}"/>
                  </a:ext>
                </a:extLst>
              </p:cNvPr>
              <p:cNvSpPr/>
              <p:nvPr/>
            </p:nvSpPr>
            <p:spPr>
              <a:xfrm>
                <a:off x="12464396" y="7173744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FC8D2D7-6F9C-FAB6-28E9-ADA8DFAFAB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4396" y="7173744"/>
                <a:ext cx="1584176" cy="288032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452A59C-6B78-FEBF-2D21-70B9DCE3D1B9}"/>
                  </a:ext>
                </a:extLst>
              </p:cNvPr>
              <p:cNvSpPr/>
              <p:nvPr/>
            </p:nvSpPr>
            <p:spPr>
              <a:xfrm>
                <a:off x="12456417" y="7570359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452A59C-6B78-FEBF-2D21-70B9DCE3D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417" y="7570359"/>
                <a:ext cx="1584176" cy="288032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543A54B0-43C6-D265-DE07-8655EA859B39}"/>
              </a:ext>
            </a:extLst>
          </p:cNvPr>
          <p:cNvSpPr/>
          <p:nvPr/>
        </p:nvSpPr>
        <p:spPr>
          <a:xfrm>
            <a:off x="12452327" y="7992477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D88537-AE99-0EEA-3A0D-F280AE05D802}"/>
              </a:ext>
            </a:extLst>
          </p:cNvPr>
          <p:cNvSpPr/>
          <p:nvPr/>
        </p:nvSpPr>
        <p:spPr>
          <a:xfrm>
            <a:off x="12445870" y="8403319"/>
            <a:ext cx="1598812" cy="30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517EEBD-054C-E19B-E693-A17859F74912}"/>
                  </a:ext>
                </a:extLst>
              </p:cNvPr>
              <p:cNvSpPr/>
              <p:nvPr/>
            </p:nvSpPr>
            <p:spPr>
              <a:xfrm>
                <a:off x="12445870" y="8825437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517EEBD-054C-E19B-E693-A17859F749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5870" y="8825437"/>
                <a:ext cx="1584176" cy="288032"/>
              </a:xfrm>
              <a:prstGeom prst="rect">
                <a:avLst/>
              </a:prstGeom>
              <a:blipFill>
                <a:blip r:embed="rId5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4CDE17C4-2CEA-8CAB-37C1-EC4B6C7F0115}"/>
              </a:ext>
            </a:extLst>
          </p:cNvPr>
          <p:cNvSpPr/>
          <p:nvPr/>
        </p:nvSpPr>
        <p:spPr>
          <a:xfrm>
            <a:off x="12452327" y="9229306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188188-2E0D-06DB-2543-1749F8950151}"/>
              </a:ext>
            </a:extLst>
          </p:cNvPr>
          <p:cNvSpPr/>
          <p:nvPr/>
        </p:nvSpPr>
        <p:spPr>
          <a:xfrm>
            <a:off x="12301854" y="5438140"/>
            <a:ext cx="1944216" cy="4079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AC436F-103F-ED52-A9BF-9CDCC38324BF}"/>
              </a:ext>
            </a:extLst>
          </p:cNvPr>
          <p:cNvSpPr/>
          <p:nvPr/>
        </p:nvSpPr>
        <p:spPr>
          <a:xfrm>
            <a:off x="-776952" y="836688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(p=0.0125)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4D6C433D-D7EE-72DE-1A43-247CF8A66E7A}"/>
                  </a:ext>
                </a:extLst>
              </p:cNvPr>
              <p:cNvSpPr/>
              <p:nvPr/>
            </p:nvSpPr>
            <p:spPr>
              <a:xfrm rot="16200000">
                <a:off x="-2336296" y="2522901"/>
                <a:ext cx="2080077" cy="25712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4D6C433D-D7EE-72DE-1A43-247CF8A66E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336296" y="2522901"/>
                <a:ext cx="2080077" cy="257120"/>
              </a:xfrm>
              <a:prstGeom prst="roundRect">
                <a:avLst/>
              </a:prstGeom>
              <a:blipFill>
                <a:blip r:embed="rId6"/>
                <a:stretch>
                  <a:fillRect l="-13043" r="-3478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8EFD656-297C-C9EC-E8F8-E3E10411EB56}"/>
                  </a:ext>
                </a:extLst>
              </p:cNvPr>
              <p:cNvSpPr/>
              <p:nvPr/>
            </p:nvSpPr>
            <p:spPr>
              <a:xfrm rot="16200000">
                <a:off x="-3391538" y="2496370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8EFD656-297C-C9EC-E8F8-E3E10411E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391538" y="2496370"/>
                <a:ext cx="1584176" cy="288032"/>
              </a:xfrm>
              <a:prstGeom prst="rect">
                <a:avLst/>
              </a:prstGeom>
              <a:blipFill>
                <a:blip r:embed="rId7"/>
                <a:stretch>
                  <a:fillRect l="-4000" r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A74C6B43-E822-75AA-0437-90CA7E842BD1}"/>
              </a:ext>
            </a:extLst>
          </p:cNvPr>
          <p:cNvSpPr/>
          <p:nvPr/>
        </p:nvSpPr>
        <p:spPr>
          <a:xfrm rot="16200000">
            <a:off x="-2959490" y="2496370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B12171-4633-C6AB-783A-2BAFC544FDBC}"/>
              </a:ext>
            </a:extLst>
          </p:cNvPr>
          <p:cNvSpPr/>
          <p:nvPr/>
        </p:nvSpPr>
        <p:spPr>
          <a:xfrm rot="16200000">
            <a:off x="-2531531" y="2492280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0C1A7D4-30C7-2E73-8541-1FF9B216845E}"/>
                  </a:ext>
                </a:extLst>
              </p:cNvPr>
              <p:cNvSpPr/>
              <p:nvPr/>
            </p:nvSpPr>
            <p:spPr>
              <a:xfrm rot="16200000">
                <a:off x="-1419675" y="2501957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0C1A7D4-30C7-2E73-8541-1FF9B21684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419675" y="2501957"/>
                <a:ext cx="1584176" cy="288032"/>
              </a:xfrm>
              <a:prstGeom prst="rect">
                <a:avLst/>
              </a:prstGeom>
              <a:blipFill>
                <a:blip r:embed="rId8"/>
                <a:stretch>
                  <a:fillRect l="-3846" r="-15385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080531FF-AB17-ED31-14CF-1F865817242F}"/>
              </a:ext>
            </a:extLst>
          </p:cNvPr>
          <p:cNvSpPr/>
          <p:nvPr/>
        </p:nvSpPr>
        <p:spPr>
          <a:xfrm rot="16200000">
            <a:off x="-959589" y="2501957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E5B6301-4249-9C92-1E9F-99CDD2AFA45D}"/>
              </a:ext>
            </a:extLst>
          </p:cNvPr>
          <p:cNvSpPr/>
          <p:nvPr/>
        </p:nvSpPr>
        <p:spPr>
          <a:xfrm rot="16200000">
            <a:off x="-531630" y="2497867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ABACD652-F21D-EE38-B60D-34C34BBAB0FE}"/>
                  </a:ext>
                </a:extLst>
              </p:cNvPr>
              <p:cNvSpPr/>
              <p:nvPr/>
            </p:nvSpPr>
            <p:spPr>
              <a:xfrm rot="16200000">
                <a:off x="-274940" y="2497500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ABACD652-F21D-EE38-B60D-34C34BBAB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74940" y="2497500"/>
                <a:ext cx="2080077" cy="280637"/>
              </a:xfrm>
              <a:prstGeom prst="roundRect">
                <a:avLst/>
              </a:prstGeom>
              <a:blipFill>
                <a:blip r:embed="rId9"/>
                <a:stretch>
                  <a:fillRect l="-12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34893C0-98FE-7534-9B7B-2DAFCF324430}"/>
              </a:ext>
            </a:extLst>
          </p:cNvPr>
          <p:cNvCxnSpPr>
            <a:cxnSpLocks/>
            <a:stCxn id="32" idx="2"/>
            <a:endCxn id="57" idx="0"/>
          </p:cNvCxnSpPr>
          <p:nvPr/>
        </p:nvCxnSpPr>
        <p:spPr>
          <a:xfrm flipV="1">
            <a:off x="-1167698" y="2645973"/>
            <a:ext cx="396095" cy="5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D16F53E-1A4B-E43D-1470-76DA301B70E5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 rot="16200000">
            <a:off x="-397544" y="2559946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9DE18B2-7490-62EB-C19E-BCC630CE6EA0}"/>
              </a:ext>
            </a:extLst>
          </p:cNvPr>
          <p:cNvCxnSpPr>
            <a:stCxn id="58" idx="2"/>
            <a:endCxn id="59" idx="0"/>
          </p:cNvCxnSpPr>
          <p:nvPr/>
        </p:nvCxnSpPr>
        <p:spPr>
          <a:xfrm rot="16200000">
            <a:off x="46479" y="2571920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B2B7FAB-E4F5-9DD9-4C08-3A4E22EF325F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 rot="16200000">
            <a:off x="514640" y="2531742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852D734-DF45-1664-ED5E-8A9E6F1B79A6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rot="16200000">
            <a:off x="-2383426" y="2568378"/>
            <a:ext cx="0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97F9ABC-670D-C297-81F8-F55A8F84A471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rot="16200000">
            <a:off x="-1953423" y="2566333"/>
            <a:ext cx="4090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5E7C1CC-E553-1C77-760B-6FB96EFBC764}"/>
              </a:ext>
            </a:extLst>
          </p:cNvPr>
          <p:cNvCxnSpPr>
            <a:cxnSpLocks/>
            <a:stCxn id="45" idx="2"/>
            <a:endCxn id="32" idx="0"/>
          </p:cNvCxnSpPr>
          <p:nvPr/>
        </p:nvCxnSpPr>
        <p:spPr>
          <a:xfrm>
            <a:off x="-1591338" y="2636296"/>
            <a:ext cx="166520" cy="151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43F7F38-9A66-1D44-16BB-74E8CC8C9480}"/>
              </a:ext>
            </a:extLst>
          </p:cNvPr>
          <p:cNvCxnSpPr>
            <a:cxnSpLocks/>
            <a:stCxn id="60" idx="2"/>
            <a:endCxn id="137" idx="0"/>
          </p:cNvCxnSpPr>
          <p:nvPr/>
        </p:nvCxnSpPr>
        <p:spPr>
          <a:xfrm flipV="1">
            <a:off x="905417" y="2627387"/>
            <a:ext cx="806463" cy="104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D3257BFE-1253-640C-8DAA-946AE3A0B1C4}"/>
              </a:ext>
            </a:extLst>
          </p:cNvPr>
          <p:cNvSpPr/>
          <p:nvPr/>
        </p:nvSpPr>
        <p:spPr>
          <a:xfrm rot="16200000">
            <a:off x="1177534" y="2594415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450F757-C40F-1B83-79BA-C48970230AB0}"/>
              </a:ext>
            </a:extLst>
          </p:cNvPr>
          <p:cNvSpPr/>
          <p:nvPr/>
        </p:nvSpPr>
        <p:spPr>
          <a:xfrm rot="16200000">
            <a:off x="-1007827" y="2608157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DD1863F1-FDDA-5D7E-ABD3-2FA8CB462AC4}"/>
              </a:ext>
            </a:extLst>
          </p:cNvPr>
          <p:cNvCxnSpPr>
            <a:cxnSpLocks/>
            <a:stCxn id="107" idx="5"/>
            <a:endCxn id="20" idx="1"/>
          </p:cNvCxnSpPr>
          <p:nvPr/>
        </p:nvCxnSpPr>
        <p:spPr>
          <a:xfrm flipV="1">
            <a:off x="-943271" y="1056732"/>
            <a:ext cx="166319" cy="1562501"/>
          </a:xfrm>
          <a:prstGeom prst="bentConnector3">
            <a:avLst>
              <a:gd name="adj1" fmla="val -1766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30504038-CE61-D25B-3214-5313C5E7F01A}"/>
              </a:ext>
            </a:extLst>
          </p:cNvPr>
          <p:cNvCxnSpPr>
            <a:cxnSpLocks/>
            <a:stCxn id="20" idx="3"/>
            <a:endCxn id="106" idx="6"/>
          </p:cNvCxnSpPr>
          <p:nvPr/>
        </p:nvCxnSpPr>
        <p:spPr>
          <a:xfrm>
            <a:off x="807224" y="1056732"/>
            <a:ext cx="408126" cy="15376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71D9F3F-EBBA-6F27-3C93-A3EA895F35B3}"/>
              </a:ext>
            </a:extLst>
          </p:cNvPr>
          <p:cNvSpPr/>
          <p:nvPr/>
        </p:nvSpPr>
        <p:spPr>
          <a:xfrm>
            <a:off x="1681766" y="828509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(p=0.025)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641B86A-839D-E8DE-0832-8ABC5E56CFF9}"/>
                  </a:ext>
                </a:extLst>
              </p:cNvPr>
              <p:cNvSpPr/>
              <p:nvPr/>
            </p:nvSpPr>
            <p:spPr>
              <a:xfrm rot="16200000">
                <a:off x="1063808" y="2483371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641B86A-839D-E8DE-0832-8ABC5E56C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63808" y="2483371"/>
                <a:ext cx="1584176" cy="288032"/>
              </a:xfrm>
              <a:prstGeom prst="rect">
                <a:avLst/>
              </a:prstGeom>
              <a:blipFill>
                <a:blip r:embed="rId10"/>
                <a:stretch>
                  <a:fillRect r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Rectangle 137">
            <a:extLst>
              <a:ext uri="{FF2B5EF4-FFF2-40B4-BE49-F238E27FC236}">
                <a16:creationId xmlns:a16="http://schemas.microsoft.com/office/drawing/2014/main" id="{16744E04-3B83-3669-8EC4-421E8B8E8494}"/>
              </a:ext>
            </a:extLst>
          </p:cNvPr>
          <p:cNvSpPr/>
          <p:nvPr/>
        </p:nvSpPr>
        <p:spPr>
          <a:xfrm rot="16200000">
            <a:off x="1523894" y="2483371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3F43F9C-57C2-51A5-FB4B-DF2C5BDDB11B}"/>
              </a:ext>
            </a:extLst>
          </p:cNvPr>
          <p:cNvSpPr/>
          <p:nvPr/>
        </p:nvSpPr>
        <p:spPr>
          <a:xfrm rot="16200000">
            <a:off x="1951852" y="2479282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Rounded Rectangle 139">
                <a:extLst>
                  <a:ext uri="{FF2B5EF4-FFF2-40B4-BE49-F238E27FC236}">
                    <a16:creationId xmlns:a16="http://schemas.microsoft.com/office/drawing/2014/main" id="{223F58F1-4093-3636-3C77-55C64A2B493B}"/>
                  </a:ext>
                </a:extLst>
              </p:cNvPr>
              <p:cNvSpPr/>
              <p:nvPr/>
            </p:nvSpPr>
            <p:spPr>
              <a:xfrm rot="16200000">
                <a:off x="2208543" y="2478914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0" name="Rounded Rectangle 139">
                <a:extLst>
                  <a:ext uri="{FF2B5EF4-FFF2-40B4-BE49-F238E27FC236}">
                    <a16:creationId xmlns:a16="http://schemas.microsoft.com/office/drawing/2014/main" id="{223F58F1-4093-3636-3C77-55C64A2B4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08543" y="2478914"/>
                <a:ext cx="2080077" cy="280637"/>
              </a:xfrm>
              <a:prstGeom prst="roundRect">
                <a:avLst/>
              </a:prstGeom>
              <a:blipFill>
                <a:blip r:embed="rId11"/>
                <a:stretch>
                  <a:fillRect l="-8000" r="-32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60F3E4B9-78A3-6F8E-3058-8A925DB76DE1}"/>
              </a:ext>
            </a:extLst>
          </p:cNvPr>
          <p:cNvCxnSpPr>
            <a:stCxn id="137" idx="2"/>
            <a:endCxn id="138" idx="0"/>
          </p:cNvCxnSpPr>
          <p:nvPr/>
        </p:nvCxnSpPr>
        <p:spPr>
          <a:xfrm rot="16200000">
            <a:off x="2085939" y="2541360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91CE36F-0EE5-DE5B-65CB-9769C05EDE6C}"/>
              </a:ext>
            </a:extLst>
          </p:cNvPr>
          <p:cNvCxnSpPr>
            <a:stCxn id="138" idx="2"/>
            <a:endCxn id="139" idx="0"/>
          </p:cNvCxnSpPr>
          <p:nvPr/>
        </p:nvCxnSpPr>
        <p:spPr>
          <a:xfrm rot="16200000">
            <a:off x="2529961" y="2553334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C809CAA-4F7B-68DC-DA53-9AF0F0475678}"/>
              </a:ext>
            </a:extLst>
          </p:cNvPr>
          <p:cNvCxnSpPr>
            <a:cxnSpLocks/>
            <a:stCxn id="139" idx="2"/>
            <a:endCxn id="140" idx="0"/>
          </p:cNvCxnSpPr>
          <p:nvPr/>
        </p:nvCxnSpPr>
        <p:spPr>
          <a:xfrm rot="16200000">
            <a:off x="2998122" y="2513156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21515C22-AE43-4C97-5E78-868616FFB1BE}"/>
              </a:ext>
            </a:extLst>
          </p:cNvPr>
          <p:cNvCxnSpPr>
            <a:cxnSpLocks/>
            <a:stCxn id="140" idx="2"/>
            <a:endCxn id="157" idx="0"/>
          </p:cNvCxnSpPr>
          <p:nvPr/>
        </p:nvCxnSpPr>
        <p:spPr>
          <a:xfrm flipV="1">
            <a:off x="3388900" y="2610176"/>
            <a:ext cx="742698" cy="9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331970EF-3249-62FA-25A0-297A8B46C05F}"/>
              </a:ext>
            </a:extLst>
          </p:cNvPr>
          <p:cNvSpPr/>
          <p:nvPr/>
        </p:nvSpPr>
        <p:spPr>
          <a:xfrm rot="16200000">
            <a:off x="3661016" y="2575829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1C313795-D770-F369-2135-399B8BDA84F1}"/>
              </a:ext>
            </a:extLst>
          </p:cNvPr>
          <p:cNvSpPr/>
          <p:nvPr/>
        </p:nvSpPr>
        <p:spPr>
          <a:xfrm rot="16200000">
            <a:off x="1475656" y="2589571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26A78971-E9BA-2AAA-1E5F-E6F44765EEBB}"/>
              </a:ext>
            </a:extLst>
          </p:cNvPr>
          <p:cNvCxnSpPr>
            <a:cxnSpLocks/>
            <a:stCxn id="147" idx="5"/>
            <a:endCxn id="136" idx="1"/>
          </p:cNvCxnSpPr>
          <p:nvPr/>
        </p:nvCxnSpPr>
        <p:spPr>
          <a:xfrm flipV="1">
            <a:off x="1540212" y="1048553"/>
            <a:ext cx="141554" cy="1552094"/>
          </a:xfrm>
          <a:prstGeom prst="bentConnector3">
            <a:avLst>
              <a:gd name="adj1" fmla="val -2950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4B278FE8-EC80-907B-4929-A7EC7FF6CC4C}"/>
              </a:ext>
            </a:extLst>
          </p:cNvPr>
          <p:cNvCxnSpPr>
            <a:cxnSpLocks/>
            <a:stCxn id="136" idx="3"/>
            <a:endCxn id="146" idx="6"/>
          </p:cNvCxnSpPr>
          <p:nvPr/>
        </p:nvCxnSpPr>
        <p:spPr>
          <a:xfrm>
            <a:off x="3265942" y="1048553"/>
            <a:ext cx="432890" cy="152727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81A8C26-CE11-45F2-77CA-8C1EF090CE9F}"/>
              </a:ext>
            </a:extLst>
          </p:cNvPr>
          <p:cNvSpPr/>
          <p:nvPr/>
        </p:nvSpPr>
        <p:spPr>
          <a:xfrm>
            <a:off x="4107146" y="815011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(p=0.0375)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CBEAEAE8-DBBD-964B-C7F1-DA2F2AC8D4BF}"/>
                  </a:ext>
                </a:extLst>
              </p:cNvPr>
              <p:cNvSpPr/>
              <p:nvPr/>
            </p:nvSpPr>
            <p:spPr>
              <a:xfrm rot="16200000">
                <a:off x="3483526" y="2466160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CBEAEAE8-DBBD-964B-C7F1-DA2F2AC8D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483526" y="2466160"/>
                <a:ext cx="1584176" cy="288032"/>
              </a:xfrm>
              <a:prstGeom prst="rect">
                <a:avLst/>
              </a:prstGeom>
              <a:blipFill>
                <a:blip r:embed="rId12"/>
                <a:stretch>
                  <a:fillRect r="-24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ectangle 157">
            <a:extLst>
              <a:ext uri="{FF2B5EF4-FFF2-40B4-BE49-F238E27FC236}">
                <a16:creationId xmlns:a16="http://schemas.microsoft.com/office/drawing/2014/main" id="{A0EAE364-FD91-CDE6-6CDF-C792BC3AEC11}"/>
              </a:ext>
            </a:extLst>
          </p:cNvPr>
          <p:cNvSpPr/>
          <p:nvPr/>
        </p:nvSpPr>
        <p:spPr>
          <a:xfrm rot="16200000">
            <a:off x="3943612" y="2466160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5AD89A0-08E8-88C8-5B22-09FB47AEF88A}"/>
              </a:ext>
            </a:extLst>
          </p:cNvPr>
          <p:cNvSpPr/>
          <p:nvPr/>
        </p:nvSpPr>
        <p:spPr>
          <a:xfrm rot="16200000">
            <a:off x="4371570" y="2462071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5F32F9C3-F092-3696-28D8-71F069A19CAF}"/>
                  </a:ext>
                </a:extLst>
              </p:cNvPr>
              <p:cNvSpPr/>
              <p:nvPr/>
            </p:nvSpPr>
            <p:spPr>
              <a:xfrm rot="16200000">
                <a:off x="4628261" y="2461703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5F32F9C3-F092-3696-28D8-71F069A19C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28261" y="2461703"/>
                <a:ext cx="2080077" cy="280637"/>
              </a:xfrm>
              <a:prstGeom prst="roundRect">
                <a:avLst/>
              </a:prstGeom>
              <a:blipFill>
                <a:blip r:embed="rId13"/>
                <a:stretch>
                  <a:fillRect l="-12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B362B23-41A7-5BA4-E4C5-C1A07A60947D}"/>
              </a:ext>
            </a:extLst>
          </p:cNvPr>
          <p:cNvCxnSpPr>
            <a:stCxn id="157" idx="2"/>
            <a:endCxn id="158" idx="0"/>
          </p:cNvCxnSpPr>
          <p:nvPr/>
        </p:nvCxnSpPr>
        <p:spPr>
          <a:xfrm rot="16200000">
            <a:off x="4505657" y="2524149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98B357D-182A-08C0-3A5A-CDA225581A27}"/>
              </a:ext>
            </a:extLst>
          </p:cNvPr>
          <p:cNvCxnSpPr>
            <a:stCxn id="158" idx="2"/>
            <a:endCxn id="159" idx="0"/>
          </p:cNvCxnSpPr>
          <p:nvPr/>
        </p:nvCxnSpPr>
        <p:spPr>
          <a:xfrm rot="16200000">
            <a:off x="4949679" y="2536123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3CD567F7-909F-4239-F233-18215E3C26F3}"/>
              </a:ext>
            </a:extLst>
          </p:cNvPr>
          <p:cNvCxnSpPr>
            <a:cxnSpLocks/>
            <a:stCxn id="159" idx="2"/>
            <a:endCxn id="160" idx="0"/>
          </p:cNvCxnSpPr>
          <p:nvPr/>
        </p:nvCxnSpPr>
        <p:spPr>
          <a:xfrm rot="16200000">
            <a:off x="5417840" y="2495945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134C44F2-9309-7559-08EE-A6E2CCC5CF9F}"/>
              </a:ext>
            </a:extLst>
          </p:cNvPr>
          <p:cNvCxnSpPr>
            <a:cxnSpLocks/>
            <a:stCxn id="160" idx="2"/>
            <a:endCxn id="170" idx="0"/>
          </p:cNvCxnSpPr>
          <p:nvPr/>
        </p:nvCxnSpPr>
        <p:spPr>
          <a:xfrm flipV="1">
            <a:off x="5808618" y="2601997"/>
            <a:ext cx="685222" cy="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7E199AD4-C84C-7305-23B7-E57B4E09211F}"/>
              </a:ext>
            </a:extLst>
          </p:cNvPr>
          <p:cNvSpPr/>
          <p:nvPr/>
        </p:nvSpPr>
        <p:spPr>
          <a:xfrm rot="16200000">
            <a:off x="6080734" y="2558618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7443952-12A7-3D32-D5EA-A45B68A16D60}"/>
              </a:ext>
            </a:extLst>
          </p:cNvPr>
          <p:cNvSpPr/>
          <p:nvPr/>
        </p:nvSpPr>
        <p:spPr>
          <a:xfrm rot="16200000">
            <a:off x="3895374" y="2572360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B6C72D3B-3258-DA1F-FAEC-3EAC871EC060}"/>
              </a:ext>
            </a:extLst>
          </p:cNvPr>
          <p:cNvCxnSpPr>
            <a:cxnSpLocks/>
            <a:stCxn id="166" idx="5"/>
            <a:endCxn id="156" idx="1"/>
          </p:cNvCxnSpPr>
          <p:nvPr/>
        </p:nvCxnSpPr>
        <p:spPr>
          <a:xfrm flipV="1">
            <a:off x="3959930" y="1035055"/>
            <a:ext cx="147216" cy="1548381"/>
          </a:xfrm>
          <a:prstGeom prst="bentConnector3">
            <a:avLst>
              <a:gd name="adj1" fmla="val -2644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Elbow Connector 167">
            <a:extLst>
              <a:ext uri="{FF2B5EF4-FFF2-40B4-BE49-F238E27FC236}">
                <a16:creationId xmlns:a16="http://schemas.microsoft.com/office/drawing/2014/main" id="{B92837C9-55B2-9D4C-4EA2-662B91381881}"/>
              </a:ext>
            </a:extLst>
          </p:cNvPr>
          <p:cNvCxnSpPr>
            <a:cxnSpLocks/>
            <a:stCxn id="156" idx="3"/>
            <a:endCxn id="165" idx="6"/>
          </p:cNvCxnSpPr>
          <p:nvPr/>
        </p:nvCxnSpPr>
        <p:spPr>
          <a:xfrm>
            <a:off x="5691322" y="1035055"/>
            <a:ext cx="427228" cy="152356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8F1630B-47FC-F825-EFBB-E94F73AE8840}"/>
              </a:ext>
            </a:extLst>
          </p:cNvPr>
          <p:cNvSpPr/>
          <p:nvPr/>
        </p:nvSpPr>
        <p:spPr>
          <a:xfrm>
            <a:off x="6463726" y="817528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(p=0.05)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75498126-3E00-DC84-CFBE-8A2121851F83}"/>
                  </a:ext>
                </a:extLst>
              </p:cNvPr>
              <p:cNvSpPr/>
              <p:nvPr/>
            </p:nvSpPr>
            <p:spPr>
              <a:xfrm rot="16200000">
                <a:off x="5845768" y="2457981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75498126-3E00-DC84-CFBE-8A2121851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768" y="2457981"/>
                <a:ext cx="1584176" cy="288032"/>
              </a:xfrm>
              <a:prstGeom prst="rect">
                <a:avLst/>
              </a:prstGeom>
              <a:blipFill>
                <a:blip r:embed="rId14"/>
                <a:stretch>
                  <a:fillRect l="-3846" r="-15385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Rectangle 170">
            <a:extLst>
              <a:ext uri="{FF2B5EF4-FFF2-40B4-BE49-F238E27FC236}">
                <a16:creationId xmlns:a16="http://schemas.microsoft.com/office/drawing/2014/main" id="{88556CA6-6BEB-9669-5938-15BDB7EA41F0}"/>
              </a:ext>
            </a:extLst>
          </p:cNvPr>
          <p:cNvSpPr/>
          <p:nvPr/>
        </p:nvSpPr>
        <p:spPr>
          <a:xfrm rot="16200000">
            <a:off x="6305854" y="2457981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ADEB036-7EAA-6337-C14C-5888A6698249}"/>
              </a:ext>
            </a:extLst>
          </p:cNvPr>
          <p:cNvSpPr/>
          <p:nvPr/>
        </p:nvSpPr>
        <p:spPr>
          <a:xfrm rot="16200000">
            <a:off x="6733812" y="2453892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Rounded Rectangle 172">
                <a:extLst>
                  <a:ext uri="{FF2B5EF4-FFF2-40B4-BE49-F238E27FC236}">
                    <a16:creationId xmlns:a16="http://schemas.microsoft.com/office/drawing/2014/main" id="{0A324704-4DE6-D65F-0A85-90B300979E53}"/>
                  </a:ext>
                </a:extLst>
              </p:cNvPr>
              <p:cNvSpPr/>
              <p:nvPr/>
            </p:nvSpPr>
            <p:spPr>
              <a:xfrm rot="16200000">
                <a:off x="6990503" y="2453524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3" name="Rounded Rectangle 172">
                <a:extLst>
                  <a:ext uri="{FF2B5EF4-FFF2-40B4-BE49-F238E27FC236}">
                    <a16:creationId xmlns:a16="http://schemas.microsoft.com/office/drawing/2014/main" id="{0A324704-4DE6-D65F-0A85-90B300979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90503" y="2453524"/>
                <a:ext cx="2080077" cy="280637"/>
              </a:xfrm>
              <a:prstGeom prst="roundRect">
                <a:avLst/>
              </a:prstGeom>
              <a:blipFill>
                <a:blip r:embed="rId15"/>
                <a:stretch>
                  <a:fillRect l="-12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5403A8DE-4617-DDC7-957C-DBAEEA5FF513}"/>
              </a:ext>
            </a:extLst>
          </p:cNvPr>
          <p:cNvCxnSpPr>
            <a:stCxn id="170" idx="2"/>
            <a:endCxn id="171" idx="0"/>
          </p:cNvCxnSpPr>
          <p:nvPr/>
        </p:nvCxnSpPr>
        <p:spPr>
          <a:xfrm rot="16200000">
            <a:off x="6867899" y="2515970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CC7B32C4-7E37-646F-1982-D97E1FFA56F4}"/>
              </a:ext>
            </a:extLst>
          </p:cNvPr>
          <p:cNvCxnSpPr>
            <a:stCxn id="171" idx="2"/>
            <a:endCxn id="172" idx="0"/>
          </p:cNvCxnSpPr>
          <p:nvPr/>
        </p:nvCxnSpPr>
        <p:spPr>
          <a:xfrm rot="16200000">
            <a:off x="7311921" y="2527944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E985216C-AC00-8532-FFF0-11F80EF5FBF1}"/>
              </a:ext>
            </a:extLst>
          </p:cNvPr>
          <p:cNvCxnSpPr>
            <a:cxnSpLocks/>
            <a:stCxn id="172" idx="2"/>
            <a:endCxn id="173" idx="0"/>
          </p:cNvCxnSpPr>
          <p:nvPr/>
        </p:nvCxnSpPr>
        <p:spPr>
          <a:xfrm rot="16200000">
            <a:off x="7780082" y="2487766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1E885C08-E799-4BD2-0904-6ED72C85C021}"/>
              </a:ext>
            </a:extLst>
          </p:cNvPr>
          <p:cNvCxnSpPr>
            <a:cxnSpLocks/>
            <a:stCxn id="173" idx="2"/>
            <a:endCxn id="183" idx="0"/>
          </p:cNvCxnSpPr>
          <p:nvPr/>
        </p:nvCxnSpPr>
        <p:spPr>
          <a:xfrm flipV="1">
            <a:off x="8170860" y="2593841"/>
            <a:ext cx="81382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Oval 177">
            <a:extLst>
              <a:ext uri="{FF2B5EF4-FFF2-40B4-BE49-F238E27FC236}">
                <a16:creationId xmlns:a16="http://schemas.microsoft.com/office/drawing/2014/main" id="{970FCA65-121E-AAE5-BD32-3AF2937C7F9C}"/>
              </a:ext>
            </a:extLst>
          </p:cNvPr>
          <p:cNvSpPr/>
          <p:nvPr/>
        </p:nvSpPr>
        <p:spPr>
          <a:xfrm rot="16200000">
            <a:off x="8442976" y="2550439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8F3DD71-5805-F2D1-5935-03C279CE01AC}"/>
              </a:ext>
            </a:extLst>
          </p:cNvPr>
          <p:cNvSpPr/>
          <p:nvPr/>
        </p:nvSpPr>
        <p:spPr>
          <a:xfrm rot="16200000">
            <a:off x="6257616" y="2564181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0" name="Elbow Connector 179">
            <a:extLst>
              <a:ext uri="{FF2B5EF4-FFF2-40B4-BE49-F238E27FC236}">
                <a16:creationId xmlns:a16="http://schemas.microsoft.com/office/drawing/2014/main" id="{1864F6A9-5808-84F0-0EC8-DC5460FCAABD}"/>
              </a:ext>
            </a:extLst>
          </p:cNvPr>
          <p:cNvCxnSpPr>
            <a:cxnSpLocks/>
            <a:stCxn id="179" idx="5"/>
            <a:endCxn id="169" idx="1"/>
          </p:cNvCxnSpPr>
          <p:nvPr/>
        </p:nvCxnSpPr>
        <p:spPr>
          <a:xfrm flipV="1">
            <a:off x="6322172" y="1037572"/>
            <a:ext cx="141554" cy="1537685"/>
          </a:xfrm>
          <a:prstGeom prst="bentConnector3">
            <a:avLst>
              <a:gd name="adj1" fmla="val -283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Elbow Connector 180">
            <a:extLst>
              <a:ext uri="{FF2B5EF4-FFF2-40B4-BE49-F238E27FC236}">
                <a16:creationId xmlns:a16="http://schemas.microsoft.com/office/drawing/2014/main" id="{C22600A9-4BD2-22D8-A78B-5B0FCF2157B5}"/>
              </a:ext>
            </a:extLst>
          </p:cNvPr>
          <p:cNvCxnSpPr>
            <a:cxnSpLocks/>
            <a:stCxn id="169" idx="3"/>
            <a:endCxn id="178" idx="6"/>
          </p:cNvCxnSpPr>
          <p:nvPr/>
        </p:nvCxnSpPr>
        <p:spPr>
          <a:xfrm>
            <a:off x="8047902" y="1037572"/>
            <a:ext cx="432890" cy="151286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C98520D-2025-8B5E-086E-FB0E5AEFCC72}"/>
              </a:ext>
            </a:extLst>
          </p:cNvPr>
          <p:cNvSpPr/>
          <p:nvPr/>
        </p:nvSpPr>
        <p:spPr>
          <a:xfrm>
            <a:off x="8946308" y="830291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(p=0.0625)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E459B2F7-C82A-DDE5-1F60-38FC7521EA48}"/>
                  </a:ext>
                </a:extLst>
              </p:cNvPr>
              <p:cNvSpPr/>
              <p:nvPr/>
            </p:nvSpPr>
            <p:spPr>
              <a:xfrm rot="16200000">
                <a:off x="8336616" y="2449825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E459B2F7-C82A-DDE5-1F60-38FC7521E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336616" y="2449825"/>
                <a:ext cx="1584176" cy="288032"/>
              </a:xfrm>
              <a:prstGeom prst="rect">
                <a:avLst/>
              </a:prstGeom>
              <a:blipFill>
                <a:blip r:embed="rId16"/>
                <a:stretch>
                  <a:fillRect r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>
            <a:extLst>
              <a:ext uri="{FF2B5EF4-FFF2-40B4-BE49-F238E27FC236}">
                <a16:creationId xmlns:a16="http://schemas.microsoft.com/office/drawing/2014/main" id="{B25016C3-69D8-19D3-655E-39BFAF216011}"/>
              </a:ext>
            </a:extLst>
          </p:cNvPr>
          <p:cNvSpPr/>
          <p:nvPr/>
        </p:nvSpPr>
        <p:spPr>
          <a:xfrm rot="16200000">
            <a:off x="8796702" y="2449825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96ECA86-4A05-6D10-42C3-DFA932E3F3C4}"/>
              </a:ext>
            </a:extLst>
          </p:cNvPr>
          <p:cNvSpPr/>
          <p:nvPr/>
        </p:nvSpPr>
        <p:spPr>
          <a:xfrm rot="16200000">
            <a:off x="9224661" y="2445735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EAFA0468-F986-9725-3AC9-AC5B947AA953}"/>
                  </a:ext>
                </a:extLst>
              </p:cNvPr>
              <p:cNvSpPr/>
              <p:nvPr/>
            </p:nvSpPr>
            <p:spPr>
              <a:xfrm rot="16200000">
                <a:off x="9481351" y="2445368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EAFA0468-F986-9725-3AC9-AC5B947AA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481351" y="2445368"/>
                <a:ext cx="2080077" cy="280637"/>
              </a:xfrm>
              <a:prstGeom prst="roundRect">
                <a:avLst/>
              </a:prstGeom>
              <a:blipFill>
                <a:blip r:embed="rId17"/>
                <a:stretch>
                  <a:fillRect l="-8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A15F503C-BCCB-AF92-1E33-B588F76F514E}"/>
              </a:ext>
            </a:extLst>
          </p:cNvPr>
          <p:cNvCxnSpPr>
            <a:stCxn id="183" idx="2"/>
            <a:endCxn id="184" idx="0"/>
          </p:cNvCxnSpPr>
          <p:nvPr/>
        </p:nvCxnSpPr>
        <p:spPr>
          <a:xfrm rot="16200000">
            <a:off x="9358747" y="2507814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A1BC8D14-E988-4EDC-B597-6224A31C201B}"/>
              </a:ext>
            </a:extLst>
          </p:cNvPr>
          <p:cNvCxnSpPr>
            <a:stCxn id="184" idx="2"/>
            <a:endCxn id="185" idx="0"/>
          </p:cNvCxnSpPr>
          <p:nvPr/>
        </p:nvCxnSpPr>
        <p:spPr>
          <a:xfrm rot="16200000">
            <a:off x="9802770" y="2519788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3FF4FA48-7E27-0D72-1A1C-1E882242D048}"/>
              </a:ext>
            </a:extLst>
          </p:cNvPr>
          <p:cNvCxnSpPr>
            <a:cxnSpLocks/>
            <a:stCxn id="185" idx="2"/>
            <a:endCxn id="186" idx="0"/>
          </p:cNvCxnSpPr>
          <p:nvPr/>
        </p:nvCxnSpPr>
        <p:spPr>
          <a:xfrm rot="16200000">
            <a:off x="10270931" y="2479610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AAAA7E4-1C9A-9484-24F5-756BDF00EF4C}"/>
              </a:ext>
            </a:extLst>
          </p:cNvPr>
          <p:cNvCxnSpPr>
            <a:cxnSpLocks/>
            <a:stCxn id="186" idx="2"/>
            <a:endCxn id="196" idx="0"/>
          </p:cNvCxnSpPr>
          <p:nvPr/>
        </p:nvCxnSpPr>
        <p:spPr>
          <a:xfrm flipV="1">
            <a:off x="10661708" y="2569023"/>
            <a:ext cx="555228" cy="16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Oval 190">
            <a:extLst>
              <a:ext uri="{FF2B5EF4-FFF2-40B4-BE49-F238E27FC236}">
                <a16:creationId xmlns:a16="http://schemas.microsoft.com/office/drawing/2014/main" id="{3A62DBA7-AE02-41FE-60B5-DCFBFFA1D73B}"/>
              </a:ext>
            </a:extLst>
          </p:cNvPr>
          <p:cNvSpPr/>
          <p:nvPr/>
        </p:nvSpPr>
        <p:spPr>
          <a:xfrm rot="16200000">
            <a:off x="10801962" y="2542283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2C4CADCC-7C10-C016-6277-C8E72AD6A861}"/>
              </a:ext>
            </a:extLst>
          </p:cNvPr>
          <p:cNvSpPr/>
          <p:nvPr/>
        </p:nvSpPr>
        <p:spPr>
          <a:xfrm rot="16200000">
            <a:off x="8748464" y="2556025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3" name="Elbow Connector 192">
            <a:extLst>
              <a:ext uri="{FF2B5EF4-FFF2-40B4-BE49-F238E27FC236}">
                <a16:creationId xmlns:a16="http://schemas.microsoft.com/office/drawing/2014/main" id="{BC2012A7-7091-53CF-0C04-032C65CA7204}"/>
              </a:ext>
            </a:extLst>
          </p:cNvPr>
          <p:cNvCxnSpPr>
            <a:cxnSpLocks/>
            <a:stCxn id="192" idx="5"/>
            <a:endCxn id="182" idx="1"/>
          </p:cNvCxnSpPr>
          <p:nvPr/>
        </p:nvCxnSpPr>
        <p:spPr>
          <a:xfrm flipV="1">
            <a:off x="8813020" y="1050335"/>
            <a:ext cx="133288" cy="1516766"/>
          </a:xfrm>
          <a:prstGeom prst="bentConnector3">
            <a:avLst>
              <a:gd name="adj1" fmla="val -3315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EEDC8613-824A-7D5A-89FA-910F256D9242}"/>
              </a:ext>
            </a:extLst>
          </p:cNvPr>
          <p:cNvCxnSpPr>
            <a:cxnSpLocks/>
            <a:stCxn id="182" idx="3"/>
            <a:endCxn id="191" idx="6"/>
          </p:cNvCxnSpPr>
          <p:nvPr/>
        </p:nvCxnSpPr>
        <p:spPr>
          <a:xfrm>
            <a:off x="10530484" y="1050335"/>
            <a:ext cx="309294" cy="149194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A7BB675-4346-5703-3AA1-7AFC51C1A69F}"/>
              </a:ext>
            </a:extLst>
          </p:cNvPr>
          <p:cNvSpPr/>
          <p:nvPr/>
        </p:nvSpPr>
        <p:spPr>
          <a:xfrm>
            <a:off x="11245292" y="808650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(p=0.075)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2506A223-692E-ADDC-7880-BC8278411958}"/>
                  </a:ext>
                </a:extLst>
              </p:cNvPr>
              <p:cNvSpPr/>
              <p:nvPr/>
            </p:nvSpPr>
            <p:spPr>
              <a:xfrm rot="16200000">
                <a:off x="10568864" y="2425007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2506A223-692E-ADDC-7880-BC82784119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568864" y="2425007"/>
                <a:ext cx="1584176" cy="288032"/>
              </a:xfrm>
              <a:prstGeom prst="rect">
                <a:avLst/>
              </a:prstGeom>
              <a:blipFill>
                <a:blip r:embed="rId18"/>
                <a:stretch>
                  <a:fillRect l="-4000" r="-24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Rectangle 196">
            <a:extLst>
              <a:ext uri="{FF2B5EF4-FFF2-40B4-BE49-F238E27FC236}">
                <a16:creationId xmlns:a16="http://schemas.microsoft.com/office/drawing/2014/main" id="{47FB3F57-C833-0BD0-8544-2EC63D0DE7C2}"/>
              </a:ext>
            </a:extLst>
          </p:cNvPr>
          <p:cNvSpPr/>
          <p:nvPr/>
        </p:nvSpPr>
        <p:spPr>
          <a:xfrm rot="16200000">
            <a:off x="11028950" y="2425007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8DD08162-1F5C-D05D-FBEC-673BF10C35B3}"/>
              </a:ext>
            </a:extLst>
          </p:cNvPr>
          <p:cNvSpPr/>
          <p:nvPr/>
        </p:nvSpPr>
        <p:spPr>
          <a:xfrm rot="16200000">
            <a:off x="11456908" y="2420918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Rounded Rectangle 198">
                <a:extLst>
                  <a:ext uri="{FF2B5EF4-FFF2-40B4-BE49-F238E27FC236}">
                    <a16:creationId xmlns:a16="http://schemas.microsoft.com/office/drawing/2014/main" id="{2D920CA6-5781-8B67-9D56-D6FEB3EA1E4B}"/>
                  </a:ext>
                </a:extLst>
              </p:cNvPr>
              <p:cNvSpPr/>
              <p:nvPr/>
            </p:nvSpPr>
            <p:spPr>
              <a:xfrm rot="16200000">
                <a:off x="11713599" y="2420550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9" name="Rounded Rectangle 198">
                <a:extLst>
                  <a:ext uri="{FF2B5EF4-FFF2-40B4-BE49-F238E27FC236}">
                    <a16:creationId xmlns:a16="http://schemas.microsoft.com/office/drawing/2014/main" id="{2D920CA6-5781-8B67-9D56-D6FEB3EA1E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713599" y="2420550"/>
                <a:ext cx="2080077" cy="280637"/>
              </a:xfrm>
              <a:prstGeom prst="roundRect">
                <a:avLst/>
              </a:prstGeom>
              <a:blipFill>
                <a:blip r:embed="rId19"/>
                <a:stretch>
                  <a:fillRect l="-12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F85A066-95C4-BFF3-8639-C5A1F5D156B6}"/>
              </a:ext>
            </a:extLst>
          </p:cNvPr>
          <p:cNvCxnSpPr>
            <a:stCxn id="196" idx="2"/>
            <a:endCxn id="197" idx="0"/>
          </p:cNvCxnSpPr>
          <p:nvPr/>
        </p:nvCxnSpPr>
        <p:spPr>
          <a:xfrm rot="16200000">
            <a:off x="11590995" y="2482996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F771F4EE-1DC1-377E-0FCB-049B0CE60F65}"/>
              </a:ext>
            </a:extLst>
          </p:cNvPr>
          <p:cNvCxnSpPr>
            <a:stCxn id="197" idx="2"/>
            <a:endCxn id="198" idx="0"/>
          </p:cNvCxnSpPr>
          <p:nvPr/>
        </p:nvCxnSpPr>
        <p:spPr>
          <a:xfrm rot="16200000">
            <a:off x="12035017" y="2494970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410412C3-F513-0150-7B61-FC6CC4053762}"/>
              </a:ext>
            </a:extLst>
          </p:cNvPr>
          <p:cNvCxnSpPr>
            <a:cxnSpLocks/>
            <a:stCxn id="198" idx="2"/>
            <a:endCxn id="199" idx="0"/>
          </p:cNvCxnSpPr>
          <p:nvPr/>
        </p:nvCxnSpPr>
        <p:spPr>
          <a:xfrm rot="16200000">
            <a:off x="12503178" y="2454792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46FF9A6-AB75-C258-4279-ABBFACACFD0C}"/>
              </a:ext>
            </a:extLst>
          </p:cNvPr>
          <p:cNvCxnSpPr>
            <a:cxnSpLocks/>
            <a:stCxn id="199" idx="2"/>
            <a:endCxn id="209" idx="0"/>
          </p:cNvCxnSpPr>
          <p:nvPr/>
        </p:nvCxnSpPr>
        <p:spPr>
          <a:xfrm flipV="1">
            <a:off x="12893956" y="2557947"/>
            <a:ext cx="705520" cy="29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Oval 203">
            <a:extLst>
              <a:ext uri="{FF2B5EF4-FFF2-40B4-BE49-F238E27FC236}">
                <a16:creationId xmlns:a16="http://schemas.microsoft.com/office/drawing/2014/main" id="{81776D45-D0C7-9843-21B5-202EF7893AB7}"/>
              </a:ext>
            </a:extLst>
          </p:cNvPr>
          <p:cNvSpPr/>
          <p:nvPr/>
        </p:nvSpPr>
        <p:spPr>
          <a:xfrm rot="16200000">
            <a:off x="13166072" y="2517465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004A7D80-EDE2-E44A-C84D-6FB57FC6A99C}"/>
              </a:ext>
            </a:extLst>
          </p:cNvPr>
          <p:cNvSpPr/>
          <p:nvPr/>
        </p:nvSpPr>
        <p:spPr>
          <a:xfrm rot="16200000">
            <a:off x="10980712" y="2531207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6" name="Elbow Connector 205">
            <a:extLst>
              <a:ext uri="{FF2B5EF4-FFF2-40B4-BE49-F238E27FC236}">
                <a16:creationId xmlns:a16="http://schemas.microsoft.com/office/drawing/2014/main" id="{56F6E814-7147-4C67-EBB2-503FA34D6D25}"/>
              </a:ext>
            </a:extLst>
          </p:cNvPr>
          <p:cNvCxnSpPr>
            <a:cxnSpLocks/>
            <a:stCxn id="205" idx="5"/>
            <a:endCxn id="195" idx="1"/>
          </p:cNvCxnSpPr>
          <p:nvPr/>
        </p:nvCxnSpPr>
        <p:spPr>
          <a:xfrm flipV="1">
            <a:off x="11045268" y="1028694"/>
            <a:ext cx="200024" cy="1513589"/>
          </a:xfrm>
          <a:prstGeom prst="bentConnector3">
            <a:avLst>
              <a:gd name="adj1" fmla="val -1233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Elbow Connector 206">
            <a:extLst>
              <a:ext uri="{FF2B5EF4-FFF2-40B4-BE49-F238E27FC236}">
                <a16:creationId xmlns:a16="http://schemas.microsoft.com/office/drawing/2014/main" id="{567D4960-A41C-9FF0-2B5E-9712CCC1FBC2}"/>
              </a:ext>
            </a:extLst>
          </p:cNvPr>
          <p:cNvCxnSpPr>
            <a:cxnSpLocks/>
            <a:stCxn id="195" idx="3"/>
            <a:endCxn id="204" idx="6"/>
          </p:cNvCxnSpPr>
          <p:nvPr/>
        </p:nvCxnSpPr>
        <p:spPr>
          <a:xfrm>
            <a:off x="12829468" y="1028694"/>
            <a:ext cx="374420" cy="148877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83DC0B05-DB1F-A38E-6ED6-8AD4466F1F75}"/>
              </a:ext>
            </a:extLst>
          </p:cNvPr>
          <p:cNvSpPr/>
          <p:nvPr/>
        </p:nvSpPr>
        <p:spPr>
          <a:xfrm>
            <a:off x="13569362" y="815010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(p=0.0875)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D0CA597B-A9A6-4CDC-B37A-4150E1977EED}"/>
                  </a:ext>
                </a:extLst>
              </p:cNvPr>
              <p:cNvSpPr/>
              <p:nvPr/>
            </p:nvSpPr>
            <p:spPr>
              <a:xfrm rot="16200000">
                <a:off x="12951404" y="2413931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D0CA597B-A9A6-4CDC-B37A-4150E1977E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951404" y="2413931"/>
                <a:ext cx="1584176" cy="288032"/>
              </a:xfrm>
              <a:prstGeom prst="rect">
                <a:avLst/>
              </a:prstGeom>
              <a:blipFill>
                <a:blip r:embed="rId20"/>
                <a:stretch>
                  <a:fillRect r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Rectangle 209">
            <a:extLst>
              <a:ext uri="{FF2B5EF4-FFF2-40B4-BE49-F238E27FC236}">
                <a16:creationId xmlns:a16="http://schemas.microsoft.com/office/drawing/2014/main" id="{1AFC3015-EBAB-3252-4C9C-64ABE021C5D9}"/>
              </a:ext>
            </a:extLst>
          </p:cNvPr>
          <p:cNvSpPr/>
          <p:nvPr/>
        </p:nvSpPr>
        <p:spPr>
          <a:xfrm rot="16200000">
            <a:off x="13411490" y="2413931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2D7B174-4D86-6F81-9FC4-538B56380BDF}"/>
              </a:ext>
            </a:extLst>
          </p:cNvPr>
          <p:cNvSpPr/>
          <p:nvPr/>
        </p:nvSpPr>
        <p:spPr>
          <a:xfrm rot="16200000">
            <a:off x="13839448" y="2409842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Rounded Rectangle 211">
                <a:extLst>
                  <a:ext uri="{FF2B5EF4-FFF2-40B4-BE49-F238E27FC236}">
                    <a16:creationId xmlns:a16="http://schemas.microsoft.com/office/drawing/2014/main" id="{FC0C5D6D-28E1-98EB-B892-506A5B7394B1}"/>
                  </a:ext>
                </a:extLst>
              </p:cNvPr>
              <p:cNvSpPr/>
              <p:nvPr/>
            </p:nvSpPr>
            <p:spPr>
              <a:xfrm rot="16200000">
                <a:off x="14096139" y="2409474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2" name="Rounded Rectangle 211">
                <a:extLst>
                  <a:ext uri="{FF2B5EF4-FFF2-40B4-BE49-F238E27FC236}">
                    <a16:creationId xmlns:a16="http://schemas.microsoft.com/office/drawing/2014/main" id="{FC0C5D6D-28E1-98EB-B892-506A5B7394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4096139" y="2409474"/>
                <a:ext cx="2080077" cy="280637"/>
              </a:xfrm>
              <a:prstGeom prst="roundRect">
                <a:avLst/>
              </a:prstGeom>
              <a:blipFill>
                <a:blip r:embed="rId21"/>
                <a:stretch>
                  <a:fillRect l="-8000" r="-32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7500CD69-543A-70E9-8120-B12E842A9155}"/>
              </a:ext>
            </a:extLst>
          </p:cNvPr>
          <p:cNvCxnSpPr>
            <a:stCxn id="209" idx="2"/>
            <a:endCxn id="210" idx="0"/>
          </p:cNvCxnSpPr>
          <p:nvPr/>
        </p:nvCxnSpPr>
        <p:spPr>
          <a:xfrm rot="16200000">
            <a:off x="13973535" y="2471920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B9157E97-637A-A849-97C6-659D9799A600}"/>
              </a:ext>
            </a:extLst>
          </p:cNvPr>
          <p:cNvCxnSpPr>
            <a:stCxn id="210" idx="2"/>
            <a:endCxn id="211" idx="0"/>
          </p:cNvCxnSpPr>
          <p:nvPr/>
        </p:nvCxnSpPr>
        <p:spPr>
          <a:xfrm rot="16200000">
            <a:off x="14417557" y="2483894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EFBBC299-EB28-8A32-8940-4556DE611681}"/>
              </a:ext>
            </a:extLst>
          </p:cNvPr>
          <p:cNvCxnSpPr>
            <a:cxnSpLocks/>
            <a:stCxn id="211" idx="2"/>
            <a:endCxn id="212" idx="0"/>
          </p:cNvCxnSpPr>
          <p:nvPr/>
        </p:nvCxnSpPr>
        <p:spPr>
          <a:xfrm rot="16200000">
            <a:off x="14885718" y="2443716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Oval 216">
            <a:extLst>
              <a:ext uri="{FF2B5EF4-FFF2-40B4-BE49-F238E27FC236}">
                <a16:creationId xmlns:a16="http://schemas.microsoft.com/office/drawing/2014/main" id="{3990500C-0140-63B4-AD6C-93DFB68392B9}"/>
              </a:ext>
            </a:extLst>
          </p:cNvPr>
          <p:cNvSpPr/>
          <p:nvPr/>
        </p:nvSpPr>
        <p:spPr>
          <a:xfrm rot="16200000">
            <a:off x="15373200" y="2506389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EE0A41B3-1236-01E6-36B3-C1CE6E94C3AF}"/>
              </a:ext>
            </a:extLst>
          </p:cNvPr>
          <p:cNvSpPr/>
          <p:nvPr/>
        </p:nvSpPr>
        <p:spPr>
          <a:xfrm rot="16200000">
            <a:off x="13363252" y="2520131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9" name="Elbow Connector 218">
            <a:extLst>
              <a:ext uri="{FF2B5EF4-FFF2-40B4-BE49-F238E27FC236}">
                <a16:creationId xmlns:a16="http://schemas.microsoft.com/office/drawing/2014/main" id="{94275A77-D311-5282-16E7-6F9C987AB2E0}"/>
              </a:ext>
            </a:extLst>
          </p:cNvPr>
          <p:cNvCxnSpPr>
            <a:cxnSpLocks/>
            <a:stCxn id="218" idx="5"/>
            <a:endCxn id="208" idx="1"/>
          </p:cNvCxnSpPr>
          <p:nvPr/>
        </p:nvCxnSpPr>
        <p:spPr>
          <a:xfrm flipV="1">
            <a:off x="13427808" y="1035054"/>
            <a:ext cx="141554" cy="1496153"/>
          </a:xfrm>
          <a:prstGeom prst="bentConnector3">
            <a:avLst>
              <a:gd name="adj1" fmla="val -2829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lbow Connector 219">
            <a:extLst>
              <a:ext uri="{FF2B5EF4-FFF2-40B4-BE49-F238E27FC236}">
                <a16:creationId xmlns:a16="http://schemas.microsoft.com/office/drawing/2014/main" id="{1A4FE737-4580-AA27-D4E0-0B7F42049E5E}"/>
              </a:ext>
            </a:extLst>
          </p:cNvPr>
          <p:cNvCxnSpPr>
            <a:cxnSpLocks/>
            <a:stCxn id="208" idx="3"/>
            <a:endCxn id="217" idx="6"/>
          </p:cNvCxnSpPr>
          <p:nvPr/>
        </p:nvCxnSpPr>
        <p:spPr>
          <a:xfrm>
            <a:off x="15153538" y="1035054"/>
            <a:ext cx="257478" cy="147133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786FFA3-AD95-C970-3F82-7590272A6FD2}"/>
              </a:ext>
            </a:extLst>
          </p:cNvPr>
          <p:cNvSpPr/>
          <p:nvPr/>
        </p:nvSpPr>
        <p:spPr>
          <a:xfrm>
            <a:off x="-2579760" y="6699864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3E78A060-AA68-F0BD-C304-4DA3D3379A74}"/>
                  </a:ext>
                </a:extLst>
              </p:cNvPr>
              <p:cNvSpPr/>
              <p:nvPr/>
            </p:nvSpPr>
            <p:spPr>
              <a:xfrm rot="16200000">
                <a:off x="-3235320" y="5320864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3E78A060-AA68-F0BD-C304-4DA3D3379A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235320" y="5320864"/>
                <a:ext cx="1584176" cy="288032"/>
              </a:xfrm>
              <a:prstGeom prst="rect">
                <a:avLst/>
              </a:prstGeom>
              <a:blipFill>
                <a:blip r:embed="rId22"/>
                <a:stretch>
                  <a:fillRect l="-4000" r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Rectangle 222">
            <a:extLst>
              <a:ext uri="{FF2B5EF4-FFF2-40B4-BE49-F238E27FC236}">
                <a16:creationId xmlns:a16="http://schemas.microsoft.com/office/drawing/2014/main" id="{EDD8026D-5593-3148-E97B-0A2BF8B9BB78}"/>
              </a:ext>
            </a:extLst>
          </p:cNvPr>
          <p:cNvSpPr/>
          <p:nvPr/>
        </p:nvSpPr>
        <p:spPr>
          <a:xfrm rot="16200000">
            <a:off x="-2775234" y="5320864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3C8CD5D-CCA7-F5A1-9DEF-E94EEF9243CE}"/>
              </a:ext>
            </a:extLst>
          </p:cNvPr>
          <p:cNvSpPr/>
          <p:nvPr/>
        </p:nvSpPr>
        <p:spPr>
          <a:xfrm rot="16200000">
            <a:off x="-2347276" y="5316775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Rounded Rectangle 224">
                <a:extLst>
                  <a:ext uri="{FF2B5EF4-FFF2-40B4-BE49-F238E27FC236}">
                    <a16:creationId xmlns:a16="http://schemas.microsoft.com/office/drawing/2014/main" id="{062C5A87-2AF6-5FDC-504D-3B6E57F766BD}"/>
                  </a:ext>
                </a:extLst>
              </p:cNvPr>
              <p:cNvSpPr/>
              <p:nvPr/>
            </p:nvSpPr>
            <p:spPr>
              <a:xfrm rot="16200000">
                <a:off x="-2090585" y="5316407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25" name="Rounded Rectangle 224">
                <a:extLst>
                  <a:ext uri="{FF2B5EF4-FFF2-40B4-BE49-F238E27FC236}">
                    <a16:creationId xmlns:a16="http://schemas.microsoft.com/office/drawing/2014/main" id="{062C5A87-2AF6-5FDC-504D-3B6E57F766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090585" y="5316407"/>
                <a:ext cx="2080077" cy="280637"/>
              </a:xfrm>
              <a:prstGeom prst="roundRect">
                <a:avLst/>
              </a:prstGeom>
              <a:blipFill>
                <a:blip r:embed="rId23"/>
                <a:stretch>
                  <a:fillRect l="-12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38E98A31-7A98-D441-20A3-FC27703E6294}"/>
              </a:ext>
            </a:extLst>
          </p:cNvPr>
          <p:cNvCxnSpPr>
            <a:stCxn id="222" idx="2"/>
            <a:endCxn id="223" idx="0"/>
          </p:cNvCxnSpPr>
          <p:nvPr/>
        </p:nvCxnSpPr>
        <p:spPr>
          <a:xfrm rot="16200000">
            <a:off x="-2213189" y="5378853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AEF9C794-F076-AC89-8AC2-D8C7A5E3C2B0}"/>
              </a:ext>
            </a:extLst>
          </p:cNvPr>
          <p:cNvCxnSpPr>
            <a:stCxn id="223" idx="2"/>
            <a:endCxn id="224" idx="0"/>
          </p:cNvCxnSpPr>
          <p:nvPr/>
        </p:nvCxnSpPr>
        <p:spPr>
          <a:xfrm rot="16200000">
            <a:off x="-1769167" y="5390827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90D1EDCC-53F7-EA55-D267-FB82DB0ACDC7}"/>
              </a:ext>
            </a:extLst>
          </p:cNvPr>
          <p:cNvCxnSpPr>
            <a:cxnSpLocks/>
            <a:stCxn id="224" idx="2"/>
            <a:endCxn id="225" idx="0"/>
          </p:cNvCxnSpPr>
          <p:nvPr/>
        </p:nvCxnSpPr>
        <p:spPr>
          <a:xfrm rot="16200000">
            <a:off x="-1301006" y="5350649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04AC7D48-72DC-6AE4-D372-5DF90F305128}"/>
              </a:ext>
            </a:extLst>
          </p:cNvPr>
          <p:cNvCxnSpPr>
            <a:cxnSpLocks/>
            <a:stCxn id="225" idx="2"/>
            <a:endCxn id="235" idx="0"/>
          </p:cNvCxnSpPr>
          <p:nvPr/>
        </p:nvCxnSpPr>
        <p:spPr>
          <a:xfrm>
            <a:off x="-910228" y="5456725"/>
            <a:ext cx="824974" cy="8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Oval 229">
            <a:extLst>
              <a:ext uri="{FF2B5EF4-FFF2-40B4-BE49-F238E27FC236}">
                <a16:creationId xmlns:a16="http://schemas.microsoft.com/office/drawing/2014/main" id="{5E6038CF-138C-8CE8-BBE3-74F74C3513BE}"/>
              </a:ext>
            </a:extLst>
          </p:cNvPr>
          <p:cNvSpPr/>
          <p:nvPr/>
        </p:nvSpPr>
        <p:spPr>
          <a:xfrm rot="16200000">
            <a:off x="-638112" y="5413322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50BFD7E4-9D68-DF85-8EE8-124A3FC12369}"/>
              </a:ext>
            </a:extLst>
          </p:cNvPr>
          <p:cNvSpPr/>
          <p:nvPr/>
        </p:nvSpPr>
        <p:spPr>
          <a:xfrm rot="16200000">
            <a:off x="-2823472" y="5427064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2" name="Elbow Connector 231">
            <a:extLst>
              <a:ext uri="{FF2B5EF4-FFF2-40B4-BE49-F238E27FC236}">
                <a16:creationId xmlns:a16="http://schemas.microsoft.com/office/drawing/2014/main" id="{7C9FD04F-2484-BD75-F046-94D75B1D39B2}"/>
              </a:ext>
            </a:extLst>
          </p:cNvPr>
          <p:cNvCxnSpPr>
            <a:cxnSpLocks/>
            <a:stCxn id="231" idx="5"/>
            <a:endCxn id="221" idx="1"/>
          </p:cNvCxnSpPr>
          <p:nvPr/>
        </p:nvCxnSpPr>
        <p:spPr>
          <a:xfrm>
            <a:off x="-2758916" y="5438140"/>
            <a:ext cx="179156" cy="1481768"/>
          </a:xfrm>
          <a:prstGeom prst="bentConnector3">
            <a:avLst>
              <a:gd name="adj1" fmla="val -1657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Elbow Connector 232">
            <a:extLst>
              <a:ext uri="{FF2B5EF4-FFF2-40B4-BE49-F238E27FC236}">
                <a16:creationId xmlns:a16="http://schemas.microsoft.com/office/drawing/2014/main" id="{4EEEB625-CA3E-A4BC-9C57-792AE1065517}"/>
              </a:ext>
            </a:extLst>
          </p:cNvPr>
          <p:cNvCxnSpPr>
            <a:cxnSpLocks/>
            <a:stCxn id="221" idx="3"/>
            <a:endCxn id="230" idx="2"/>
          </p:cNvCxnSpPr>
          <p:nvPr/>
        </p:nvCxnSpPr>
        <p:spPr>
          <a:xfrm flipV="1">
            <a:off x="-995584" y="5488954"/>
            <a:ext cx="395288" cy="143095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Rectangle 233">
            <a:extLst>
              <a:ext uri="{FF2B5EF4-FFF2-40B4-BE49-F238E27FC236}">
                <a16:creationId xmlns:a16="http://schemas.microsoft.com/office/drawing/2014/main" id="{3079A1B9-2D5E-D24A-C2D1-45141A551B20}"/>
              </a:ext>
            </a:extLst>
          </p:cNvPr>
          <p:cNvSpPr/>
          <p:nvPr/>
        </p:nvSpPr>
        <p:spPr>
          <a:xfrm>
            <a:off x="-12787" y="6716902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(p=0.1125)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49A45D75-46DD-123A-3892-03D253C27353}"/>
                  </a:ext>
                </a:extLst>
              </p:cNvPr>
              <p:cNvSpPr/>
              <p:nvPr/>
            </p:nvSpPr>
            <p:spPr>
              <a:xfrm rot="16200000">
                <a:off x="-733326" y="5320864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49A45D75-46DD-123A-3892-03D253C27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733326" y="5320864"/>
                <a:ext cx="1584176" cy="288032"/>
              </a:xfrm>
              <a:prstGeom prst="rect">
                <a:avLst/>
              </a:prstGeom>
              <a:blipFill>
                <a:blip r:embed="rId24"/>
                <a:stretch>
                  <a:fillRect l="-4000" r="-24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Rectangle 235">
            <a:extLst>
              <a:ext uri="{FF2B5EF4-FFF2-40B4-BE49-F238E27FC236}">
                <a16:creationId xmlns:a16="http://schemas.microsoft.com/office/drawing/2014/main" id="{63DCF78E-1B24-F119-442B-988EAEEA1160}"/>
              </a:ext>
            </a:extLst>
          </p:cNvPr>
          <p:cNvSpPr/>
          <p:nvPr/>
        </p:nvSpPr>
        <p:spPr>
          <a:xfrm rot="16200000">
            <a:off x="-273240" y="5320864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F2219D07-A30D-28B5-51CC-1F8FE3243F44}"/>
              </a:ext>
            </a:extLst>
          </p:cNvPr>
          <p:cNvSpPr/>
          <p:nvPr/>
        </p:nvSpPr>
        <p:spPr>
          <a:xfrm rot="16200000">
            <a:off x="154718" y="5316775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Rounded Rectangle 237">
                <a:extLst>
                  <a:ext uri="{FF2B5EF4-FFF2-40B4-BE49-F238E27FC236}">
                    <a16:creationId xmlns:a16="http://schemas.microsoft.com/office/drawing/2014/main" id="{4ADBEDF6-1A1C-AB2B-880F-BD134F99628B}"/>
                  </a:ext>
                </a:extLst>
              </p:cNvPr>
              <p:cNvSpPr/>
              <p:nvPr/>
            </p:nvSpPr>
            <p:spPr>
              <a:xfrm rot="16200000">
                <a:off x="411409" y="5316407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38" name="Rounded Rectangle 237">
                <a:extLst>
                  <a:ext uri="{FF2B5EF4-FFF2-40B4-BE49-F238E27FC236}">
                    <a16:creationId xmlns:a16="http://schemas.microsoft.com/office/drawing/2014/main" id="{4ADBEDF6-1A1C-AB2B-880F-BD134F9962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1409" y="5316407"/>
                <a:ext cx="2080077" cy="280637"/>
              </a:xfrm>
              <a:prstGeom prst="roundRect">
                <a:avLst/>
              </a:prstGeom>
              <a:blipFill>
                <a:blip r:embed="rId25"/>
                <a:stretch>
                  <a:fillRect l="-12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725D7796-2749-80E6-A45A-08C98FCE97FB}"/>
              </a:ext>
            </a:extLst>
          </p:cNvPr>
          <p:cNvCxnSpPr>
            <a:stCxn id="235" idx="2"/>
            <a:endCxn id="236" idx="0"/>
          </p:cNvCxnSpPr>
          <p:nvPr/>
        </p:nvCxnSpPr>
        <p:spPr>
          <a:xfrm rot="16200000">
            <a:off x="288805" y="5378853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D333CDD5-D00C-2A97-1502-50ECB4D447E8}"/>
              </a:ext>
            </a:extLst>
          </p:cNvPr>
          <p:cNvCxnSpPr>
            <a:stCxn id="236" idx="2"/>
            <a:endCxn id="237" idx="0"/>
          </p:cNvCxnSpPr>
          <p:nvPr/>
        </p:nvCxnSpPr>
        <p:spPr>
          <a:xfrm rot="16200000">
            <a:off x="732827" y="5390827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2EE9073E-1BB0-AE05-0394-2022A3CE1100}"/>
              </a:ext>
            </a:extLst>
          </p:cNvPr>
          <p:cNvCxnSpPr>
            <a:cxnSpLocks/>
            <a:stCxn id="237" idx="2"/>
            <a:endCxn id="238" idx="0"/>
          </p:cNvCxnSpPr>
          <p:nvPr/>
        </p:nvCxnSpPr>
        <p:spPr>
          <a:xfrm rot="16200000">
            <a:off x="1200988" y="5350649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7953E372-90A0-6870-7097-5CDCE1E6F96E}"/>
              </a:ext>
            </a:extLst>
          </p:cNvPr>
          <p:cNvCxnSpPr>
            <a:cxnSpLocks/>
            <a:stCxn id="238" idx="2"/>
            <a:endCxn id="248" idx="0"/>
          </p:cNvCxnSpPr>
          <p:nvPr/>
        </p:nvCxnSpPr>
        <p:spPr>
          <a:xfrm flipV="1">
            <a:off x="1591766" y="5456701"/>
            <a:ext cx="845427" cy="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Oval 242">
            <a:extLst>
              <a:ext uri="{FF2B5EF4-FFF2-40B4-BE49-F238E27FC236}">
                <a16:creationId xmlns:a16="http://schemas.microsoft.com/office/drawing/2014/main" id="{EEF942D9-565D-6C4B-2792-140757F2FB7F}"/>
              </a:ext>
            </a:extLst>
          </p:cNvPr>
          <p:cNvSpPr/>
          <p:nvPr/>
        </p:nvSpPr>
        <p:spPr>
          <a:xfrm rot="16200000">
            <a:off x="1863882" y="5394889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E7A04027-64AE-3E86-F98D-8249286B9F3B}"/>
              </a:ext>
            </a:extLst>
          </p:cNvPr>
          <p:cNvSpPr/>
          <p:nvPr/>
        </p:nvSpPr>
        <p:spPr>
          <a:xfrm rot="16200000">
            <a:off x="-321478" y="5427064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Elbow Connector 244">
            <a:extLst>
              <a:ext uri="{FF2B5EF4-FFF2-40B4-BE49-F238E27FC236}">
                <a16:creationId xmlns:a16="http://schemas.microsoft.com/office/drawing/2014/main" id="{412A64BF-5388-DF9D-C1C5-5B282E04099D}"/>
              </a:ext>
            </a:extLst>
          </p:cNvPr>
          <p:cNvCxnSpPr>
            <a:cxnSpLocks/>
            <a:stCxn id="244" idx="5"/>
            <a:endCxn id="234" idx="1"/>
          </p:cNvCxnSpPr>
          <p:nvPr/>
        </p:nvCxnSpPr>
        <p:spPr>
          <a:xfrm>
            <a:off x="-256922" y="5438140"/>
            <a:ext cx="244135" cy="1498806"/>
          </a:xfrm>
          <a:prstGeom prst="bentConnector3">
            <a:avLst>
              <a:gd name="adj1" fmla="val -67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Elbow Connector 245">
            <a:extLst>
              <a:ext uri="{FF2B5EF4-FFF2-40B4-BE49-F238E27FC236}">
                <a16:creationId xmlns:a16="http://schemas.microsoft.com/office/drawing/2014/main" id="{39D70933-1547-1F5E-924F-CC0C14AF0366}"/>
              </a:ext>
            </a:extLst>
          </p:cNvPr>
          <p:cNvCxnSpPr>
            <a:cxnSpLocks/>
            <a:stCxn id="234" idx="3"/>
            <a:endCxn id="243" idx="2"/>
          </p:cNvCxnSpPr>
          <p:nvPr/>
        </p:nvCxnSpPr>
        <p:spPr>
          <a:xfrm flipV="1">
            <a:off x="1571389" y="5470521"/>
            <a:ext cx="330309" cy="14664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ctangle 246">
            <a:extLst>
              <a:ext uri="{FF2B5EF4-FFF2-40B4-BE49-F238E27FC236}">
                <a16:creationId xmlns:a16="http://schemas.microsoft.com/office/drawing/2014/main" id="{947225E2-93DD-11B5-40CC-8025BD4E14A4}"/>
              </a:ext>
            </a:extLst>
          </p:cNvPr>
          <p:cNvSpPr/>
          <p:nvPr/>
        </p:nvSpPr>
        <p:spPr>
          <a:xfrm>
            <a:off x="2491175" y="6716902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(p=0.125)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E869644A-B8AC-5A22-9559-A0B17D3C1DC0}"/>
                  </a:ext>
                </a:extLst>
              </p:cNvPr>
              <p:cNvSpPr/>
              <p:nvPr/>
            </p:nvSpPr>
            <p:spPr>
              <a:xfrm rot="16200000">
                <a:off x="1789121" y="5312685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E869644A-B8AC-5A22-9559-A0B17D3C1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89121" y="5312685"/>
                <a:ext cx="1584176" cy="288032"/>
              </a:xfrm>
              <a:prstGeom prst="rect">
                <a:avLst/>
              </a:prstGeom>
              <a:blipFill>
                <a:blip r:embed="rId26"/>
                <a:stretch>
                  <a:fillRect l="-4000" r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9" name="Rectangle 248">
            <a:extLst>
              <a:ext uri="{FF2B5EF4-FFF2-40B4-BE49-F238E27FC236}">
                <a16:creationId xmlns:a16="http://schemas.microsoft.com/office/drawing/2014/main" id="{75759BD1-EAF6-E423-9B1F-4C0C35F2BF0A}"/>
              </a:ext>
            </a:extLst>
          </p:cNvPr>
          <p:cNvSpPr/>
          <p:nvPr/>
        </p:nvSpPr>
        <p:spPr>
          <a:xfrm rot="16200000">
            <a:off x="2249207" y="5312685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1EAD7C40-BC20-1D8B-E85F-3BF2D114B939}"/>
              </a:ext>
            </a:extLst>
          </p:cNvPr>
          <p:cNvSpPr/>
          <p:nvPr/>
        </p:nvSpPr>
        <p:spPr>
          <a:xfrm rot="16200000">
            <a:off x="2677165" y="5308596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Rounded Rectangle 250">
                <a:extLst>
                  <a:ext uri="{FF2B5EF4-FFF2-40B4-BE49-F238E27FC236}">
                    <a16:creationId xmlns:a16="http://schemas.microsoft.com/office/drawing/2014/main" id="{643189F8-D807-BF6D-FD95-D6EBAA1BA87D}"/>
                  </a:ext>
                </a:extLst>
              </p:cNvPr>
              <p:cNvSpPr/>
              <p:nvPr/>
            </p:nvSpPr>
            <p:spPr>
              <a:xfrm rot="16200000">
                <a:off x="2933856" y="5308228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1" name="Rounded Rectangle 250">
                <a:extLst>
                  <a:ext uri="{FF2B5EF4-FFF2-40B4-BE49-F238E27FC236}">
                    <a16:creationId xmlns:a16="http://schemas.microsoft.com/office/drawing/2014/main" id="{643189F8-D807-BF6D-FD95-D6EBAA1BA8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33856" y="5308228"/>
                <a:ext cx="2080077" cy="280637"/>
              </a:xfrm>
              <a:prstGeom prst="roundRect">
                <a:avLst/>
              </a:prstGeom>
              <a:blipFill>
                <a:blip r:embed="rId27"/>
                <a:stretch>
                  <a:fillRect l="-8000" r="-32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B3618304-BCB6-CA38-2995-57C6E8AB305A}"/>
              </a:ext>
            </a:extLst>
          </p:cNvPr>
          <p:cNvCxnSpPr>
            <a:stCxn id="248" idx="2"/>
            <a:endCxn id="249" idx="0"/>
          </p:cNvCxnSpPr>
          <p:nvPr/>
        </p:nvCxnSpPr>
        <p:spPr>
          <a:xfrm rot="16200000">
            <a:off x="2811252" y="5370674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4A0E7EF8-4DC2-329A-DE36-3B959CC3427A}"/>
              </a:ext>
            </a:extLst>
          </p:cNvPr>
          <p:cNvCxnSpPr>
            <a:stCxn id="249" idx="2"/>
            <a:endCxn id="250" idx="0"/>
          </p:cNvCxnSpPr>
          <p:nvPr/>
        </p:nvCxnSpPr>
        <p:spPr>
          <a:xfrm rot="16200000">
            <a:off x="3255274" y="5382648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7D3863A3-002B-8C49-FCEA-B54619296FFA}"/>
              </a:ext>
            </a:extLst>
          </p:cNvPr>
          <p:cNvCxnSpPr>
            <a:cxnSpLocks/>
            <a:stCxn id="250" idx="2"/>
            <a:endCxn id="251" idx="0"/>
          </p:cNvCxnSpPr>
          <p:nvPr/>
        </p:nvCxnSpPr>
        <p:spPr>
          <a:xfrm rot="16200000">
            <a:off x="3723435" y="5342470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40E9D234-6BB9-99DC-F1AC-0CF08EF799B8}"/>
              </a:ext>
            </a:extLst>
          </p:cNvPr>
          <p:cNvCxnSpPr>
            <a:cxnSpLocks/>
            <a:stCxn id="251" idx="2"/>
            <a:endCxn id="261" idx="0"/>
          </p:cNvCxnSpPr>
          <p:nvPr/>
        </p:nvCxnSpPr>
        <p:spPr>
          <a:xfrm flipV="1">
            <a:off x="4114213" y="5438140"/>
            <a:ext cx="683386" cy="10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Oval 255">
            <a:extLst>
              <a:ext uri="{FF2B5EF4-FFF2-40B4-BE49-F238E27FC236}">
                <a16:creationId xmlns:a16="http://schemas.microsoft.com/office/drawing/2014/main" id="{F384CB26-5368-7D14-4D7E-5B44CA91452D}"/>
              </a:ext>
            </a:extLst>
          </p:cNvPr>
          <p:cNvSpPr/>
          <p:nvPr/>
        </p:nvSpPr>
        <p:spPr>
          <a:xfrm rot="16200000">
            <a:off x="4306791" y="5411425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A4EC4AE6-4F8B-A571-BB9B-74B004DFFD53}"/>
              </a:ext>
            </a:extLst>
          </p:cNvPr>
          <p:cNvSpPr/>
          <p:nvPr/>
        </p:nvSpPr>
        <p:spPr>
          <a:xfrm rot="16200000">
            <a:off x="2164399" y="5412110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8" name="Elbow Connector 257">
            <a:extLst>
              <a:ext uri="{FF2B5EF4-FFF2-40B4-BE49-F238E27FC236}">
                <a16:creationId xmlns:a16="http://schemas.microsoft.com/office/drawing/2014/main" id="{81C1A39B-B7E2-502F-2D74-1AA1EE75AF74}"/>
              </a:ext>
            </a:extLst>
          </p:cNvPr>
          <p:cNvCxnSpPr>
            <a:cxnSpLocks/>
            <a:stCxn id="257" idx="2"/>
            <a:endCxn id="247" idx="1"/>
          </p:cNvCxnSpPr>
          <p:nvPr/>
        </p:nvCxnSpPr>
        <p:spPr>
          <a:xfrm rot="16200000" flipH="1">
            <a:off x="1622093" y="6067864"/>
            <a:ext cx="1449204" cy="28896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Elbow Connector 258">
            <a:extLst>
              <a:ext uri="{FF2B5EF4-FFF2-40B4-BE49-F238E27FC236}">
                <a16:creationId xmlns:a16="http://schemas.microsoft.com/office/drawing/2014/main" id="{0005063B-4A4D-4F14-9EC3-6B042D39E2CE}"/>
              </a:ext>
            </a:extLst>
          </p:cNvPr>
          <p:cNvCxnSpPr>
            <a:cxnSpLocks/>
            <a:stCxn id="247" idx="3"/>
            <a:endCxn id="256" idx="2"/>
          </p:cNvCxnSpPr>
          <p:nvPr/>
        </p:nvCxnSpPr>
        <p:spPr>
          <a:xfrm flipV="1">
            <a:off x="4075351" y="5487057"/>
            <a:ext cx="269256" cy="14498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>
            <a:extLst>
              <a:ext uri="{FF2B5EF4-FFF2-40B4-BE49-F238E27FC236}">
                <a16:creationId xmlns:a16="http://schemas.microsoft.com/office/drawing/2014/main" id="{5BB1A24D-AC4F-E9AC-7C00-4BB1EC116241}"/>
              </a:ext>
            </a:extLst>
          </p:cNvPr>
          <p:cNvSpPr/>
          <p:nvPr/>
        </p:nvSpPr>
        <p:spPr>
          <a:xfrm>
            <a:off x="4839950" y="6699864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(p=0.1375)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D4F52BE3-5112-1C0B-434C-52EBE13FA885}"/>
                  </a:ext>
                </a:extLst>
              </p:cNvPr>
              <p:cNvSpPr/>
              <p:nvPr/>
            </p:nvSpPr>
            <p:spPr>
              <a:xfrm rot="16200000">
                <a:off x="4149527" y="5294124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D4F52BE3-5112-1C0B-434C-52EBE13FA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49527" y="5294124"/>
                <a:ext cx="1584176" cy="288032"/>
              </a:xfrm>
              <a:prstGeom prst="rect">
                <a:avLst/>
              </a:prstGeom>
              <a:blipFill>
                <a:blip r:embed="rId28"/>
                <a:stretch>
                  <a:fillRect r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2" name="Rectangle 261">
            <a:extLst>
              <a:ext uri="{FF2B5EF4-FFF2-40B4-BE49-F238E27FC236}">
                <a16:creationId xmlns:a16="http://schemas.microsoft.com/office/drawing/2014/main" id="{858E66DC-D035-FAAE-950E-81EC728BD1F4}"/>
              </a:ext>
            </a:extLst>
          </p:cNvPr>
          <p:cNvSpPr/>
          <p:nvPr/>
        </p:nvSpPr>
        <p:spPr>
          <a:xfrm rot="16200000">
            <a:off x="4609613" y="5294124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C84AB74D-0F5C-58A8-63F3-78DC9222420A}"/>
              </a:ext>
            </a:extLst>
          </p:cNvPr>
          <p:cNvSpPr/>
          <p:nvPr/>
        </p:nvSpPr>
        <p:spPr>
          <a:xfrm rot="16200000">
            <a:off x="5037571" y="5290035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Rounded Rectangle 263">
                <a:extLst>
                  <a:ext uri="{FF2B5EF4-FFF2-40B4-BE49-F238E27FC236}">
                    <a16:creationId xmlns:a16="http://schemas.microsoft.com/office/drawing/2014/main" id="{09E94700-9C58-26AA-19AC-E0DFB5A01C75}"/>
                  </a:ext>
                </a:extLst>
              </p:cNvPr>
              <p:cNvSpPr/>
              <p:nvPr/>
            </p:nvSpPr>
            <p:spPr>
              <a:xfrm rot="16200000">
                <a:off x="5294262" y="5289667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4" name="Rounded Rectangle 263">
                <a:extLst>
                  <a:ext uri="{FF2B5EF4-FFF2-40B4-BE49-F238E27FC236}">
                    <a16:creationId xmlns:a16="http://schemas.microsoft.com/office/drawing/2014/main" id="{09E94700-9C58-26AA-19AC-E0DFB5A01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94262" y="5289667"/>
                <a:ext cx="2080077" cy="280637"/>
              </a:xfrm>
              <a:prstGeom prst="roundRect">
                <a:avLst/>
              </a:prstGeom>
              <a:blipFill>
                <a:blip r:embed="rId29"/>
                <a:stretch>
                  <a:fillRect l="-8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54FF271D-48CB-D71F-B7F0-C517B95E6FFC}"/>
              </a:ext>
            </a:extLst>
          </p:cNvPr>
          <p:cNvCxnSpPr>
            <a:stCxn id="261" idx="2"/>
            <a:endCxn id="262" idx="0"/>
          </p:cNvCxnSpPr>
          <p:nvPr/>
        </p:nvCxnSpPr>
        <p:spPr>
          <a:xfrm rot="16200000">
            <a:off x="5171658" y="5352113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BF54FDBF-2F69-319D-55C5-524CCA514487}"/>
              </a:ext>
            </a:extLst>
          </p:cNvPr>
          <p:cNvCxnSpPr>
            <a:stCxn id="262" idx="2"/>
            <a:endCxn id="263" idx="0"/>
          </p:cNvCxnSpPr>
          <p:nvPr/>
        </p:nvCxnSpPr>
        <p:spPr>
          <a:xfrm rot="16200000">
            <a:off x="5615680" y="5364087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8997463E-188E-0404-6CCC-9CE4D2DF6BAD}"/>
              </a:ext>
            </a:extLst>
          </p:cNvPr>
          <p:cNvCxnSpPr>
            <a:cxnSpLocks/>
            <a:stCxn id="263" idx="2"/>
            <a:endCxn id="264" idx="0"/>
          </p:cNvCxnSpPr>
          <p:nvPr/>
        </p:nvCxnSpPr>
        <p:spPr>
          <a:xfrm rot="16200000">
            <a:off x="6083841" y="5323909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2492BCD9-21CB-84DF-64F9-0AF68EE979F7}"/>
              </a:ext>
            </a:extLst>
          </p:cNvPr>
          <p:cNvCxnSpPr>
            <a:cxnSpLocks/>
            <a:stCxn id="264" idx="2"/>
            <a:endCxn id="274" idx="0"/>
          </p:cNvCxnSpPr>
          <p:nvPr/>
        </p:nvCxnSpPr>
        <p:spPr>
          <a:xfrm>
            <a:off x="6474619" y="5429985"/>
            <a:ext cx="956598" cy="8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Oval 268">
            <a:extLst>
              <a:ext uri="{FF2B5EF4-FFF2-40B4-BE49-F238E27FC236}">
                <a16:creationId xmlns:a16="http://schemas.microsoft.com/office/drawing/2014/main" id="{C78C95A1-0693-6D61-DCE9-E0DE80FDA5B7}"/>
              </a:ext>
            </a:extLst>
          </p:cNvPr>
          <p:cNvSpPr/>
          <p:nvPr/>
        </p:nvSpPr>
        <p:spPr>
          <a:xfrm rot="16200000">
            <a:off x="6737417" y="5367505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7455980D-00D7-BF38-167B-06165B1ABBCF}"/>
              </a:ext>
            </a:extLst>
          </p:cNvPr>
          <p:cNvSpPr/>
          <p:nvPr/>
        </p:nvSpPr>
        <p:spPr>
          <a:xfrm rot="16200000">
            <a:off x="4499018" y="5413322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1" name="Elbow Connector 270">
            <a:extLst>
              <a:ext uri="{FF2B5EF4-FFF2-40B4-BE49-F238E27FC236}">
                <a16:creationId xmlns:a16="http://schemas.microsoft.com/office/drawing/2014/main" id="{C929B467-A31C-4135-6628-207445B6AAD1}"/>
              </a:ext>
            </a:extLst>
          </p:cNvPr>
          <p:cNvCxnSpPr>
            <a:cxnSpLocks/>
            <a:stCxn id="270" idx="5"/>
            <a:endCxn id="260" idx="1"/>
          </p:cNvCxnSpPr>
          <p:nvPr/>
        </p:nvCxnSpPr>
        <p:spPr>
          <a:xfrm>
            <a:off x="4563574" y="5424398"/>
            <a:ext cx="276376" cy="1495510"/>
          </a:xfrm>
          <a:prstGeom prst="bentConnector3">
            <a:avLst>
              <a:gd name="adj1" fmla="val -648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Elbow Connector 271">
            <a:extLst>
              <a:ext uri="{FF2B5EF4-FFF2-40B4-BE49-F238E27FC236}">
                <a16:creationId xmlns:a16="http://schemas.microsoft.com/office/drawing/2014/main" id="{E609A5C9-1A5B-0BD3-596A-492695507626}"/>
              </a:ext>
            </a:extLst>
          </p:cNvPr>
          <p:cNvCxnSpPr>
            <a:cxnSpLocks/>
            <a:stCxn id="260" idx="3"/>
            <a:endCxn id="269" idx="2"/>
          </p:cNvCxnSpPr>
          <p:nvPr/>
        </p:nvCxnSpPr>
        <p:spPr>
          <a:xfrm flipV="1">
            <a:off x="6424126" y="5443137"/>
            <a:ext cx="351107" cy="147677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72">
            <a:extLst>
              <a:ext uri="{FF2B5EF4-FFF2-40B4-BE49-F238E27FC236}">
                <a16:creationId xmlns:a16="http://schemas.microsoft.com/office/drawing/2014/main" id="{9407DAB3-D4A4-A7FA-BCB2-29D24580E595}"/>
              </a:ext>
            </a:extLst>
          </p:cNvPr>
          <p:cNvSpPr/>
          <p:nvPr/>
        </p:nvSpPr>
        <p:spPr>
          <a:xfrm>
            <a:off x="7340274" y="6655408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(p=0.15)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65C57CE-8AF0-2E33-7166-66F45C0BC6FE}"/>
                  </a:ext>
                </a:extLst>
              </p:cNvPr>
              <p:cNvSpPr/>
              <p:nvPr/>
            </p:nvSpPr>
            <p:spPr>
              <a:xfrm rot="16200000">
                <a:off x="6783145" y="5294124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65C57CE-8AF0-2E33-7166-66F45C0BC6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783145" y="5294124"/>
                <a:ext cx="1584176" cy="288032"/>
              </a:xfrm>
              <a:prstGeom prst="rect">
                <a:avLst/>
              </a:prstGeom>
              <a:blipFill>
                <a:blip r:embed="rId30"/>
                <a:stretch>
                  <a:fillRect l="-4000" r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5" name="Rectangle 274">
            <a:extLst>
              <a:ext uri="{FF2B5EF4-FFF2-40B4-BE49-F238E27FC236}">
                <a16:creationId xmlns:a16="http://schemas.microsoft.com/office/drawing/2014/main" id="{B1F2890A-5488-5C00-C7B6-1823A46FAD01}"/>
              </a:ext>
            </a:extLst>
          </p:cNvPr>
          <p:cNvSpPr/>
          <p:nvPr/>
        </p:nvSpPr>
        <p:spPr>
          <a:xfrm rot="16200000">
            <a:off x="7243231" y="5294124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76B9DBE7-CF45-61A9-5CE0-49618ED1D671}"/>
              </a:ext>
            </a:extLst>
          </p:cNvPr>
          <p:cNvSpPr/>
          <p:nvPr/>
        </p:nvSpPr>
        <p:spPr>
          <a:xfrm rot="16200000">
            <a:off x="7671189" y="5290035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Rounded Rectangle 276">
                <a:extLst>
                  <a:ext uri="{FF2B5EF4-FFF2-40B4-BE49-F238E27FC236}">
                    <a16:creationId xmlns:a16="http://schemas.microsoft.com/office/drawing/2014/main" id="{9C02B473-AABF-BB9A-B29D-626600D3CD3E}"/>
                  </a:ext>
                </a:extLst>
              </p:cNvPr>
              <p:cNvSpPr/>
              <p:nvPr/>
            </p:nvSpPr>
            <p:spPr>
              <a:xfrm rot="16200000">
                <a:off x="7927880" y="5289667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77" name="Rounded Rectangle 276">
                <a:extLst>
                  <a:ext uri="{FF2B5EF4-FFF2-40B4-BE49-F238E27FC236}">
                    <a16:creationId xmlns:a16="http://schemas.microsoft.com/office/drawing/2014/main" id="{9C02B473-AABF-BB9A-B29D-626600D3CD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927880" y="5289667"/>
                <a:ext cx="2080077" cy="280637"/>
              </a:xfrm>
              <a:prstGeom prst="roundRect">
                <a:avLst/>
              </a:prstGeom>
              <a:blipFill>
                <a:blip r:embed="rId31"/>
                <a:stretch>
                  <a:fillRect l="-12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280FCB2D-05CC-6FBA-925B-AE21B385B58F}"/>
              </a:ext>
            </a:extLst>
          </p:cNvPr>
          <p:cNvCxnSpPr>
            <a:stCxn id="274" idx="2"/>
            <a:endCxn id="275" idx="0"/>
          </p:cNvCxnSpPr>
          <p:nvPr/>
        </p:nvCxnSpPr>
        <p:spPr>
          <a:xfrm rot="16200000">
            <a:off x="7805276" y="5352113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6B29611F-0446-7B98-1AF1-882EBF9B5574}"/>
              </a:ext>
            </a:extLst>
          </p:cNvPr>
          <p:cNvCxnSpPr>
            <a:stCxn id="275" idx="2"/>
            <a:endCxn id="276" idx="0"/>
          </p:cNvCxnSpPr>
          <p:nvPr/>
        </p:nvCxnSpPr>
        <p:spPr>
          <a:xfrm rot="16200000">
            <a:off x="8249298" y="5364087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1CC3E1EA-EE2F-9DDC-8789-51E0D1672BE1}"/>
              </a:ext>
            </a:extLst>
          </p:cNvPr>
          <p:cNvCxnSpPr>
            <a:cxnSpLocks/>
            <a:stCxn id="276" idx="2"/>
            <a:endCxn id="277" idx="0"/>
          </p:cNvCxnSpPr>
          <p:nvPr/>
        </p:nvCxnSpPr>
        <p:spPr>
          <a:xfrm rot="16200000">
            <a:off x="8717459" y="5323909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2" name="Oval 281">
            <a:extLst>
              <a:ext uri="{FF2B5EF4-FFF2-40B4-BE49-F238E27FC236}">
                <a16:creationId xmlns:a16="http://schemas.microsoft.com/office/drawing/2014/main" id="{5E516DD6-5C35-EA98-3BD1-2E82A44CD858}"/>
              </a:ext>
            </a:extLst>
          </p:cNvPr>
          <p:cNvSpPr/>
          <p:nvPr/>
        </p:nvSpPr>
        <p:spPr>
          <a:xfrm rot="16200000">
            <a:off x="9352108" y="5369247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BB576F52-69F4-B7CD-2ED5-07439446AB8D}"/>
              </a:ext>
            </a:extLst>
          </p:cNvPr>
          <p:cNvSpPr/>
          <p:nvPr/>
        </p:nvSpPr>
        <p:spPr>
          <a:xfrm rot="16200000">
            <a:off x="7052253" y="5373609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4" name="Elbow Connector 283">
            <a:extLst>
              <a:ext uri="{FF2B5EF4-FFF2-40B4-BE49-F238E27FC236}">
                <a16:creationId xmlns:a16="http://schemas.microsoft.com/office/drawing/2014/main" id="{ED38EFDF-76E5-7FDA-91CA-2A8B1F37A262}"/>
              </a:ext>
            </a:extLst>
          </p:cNvPr>
          <p:cNvCxnSpPr>
            <a:cxnSpLocks/>
            <a:stCxn id="283" idx="2"/>
            <a:endCxn id="273" idx="1"/>
          </p:cNvCxnSpPr>
          <p:nvPr/>
        </p:nvCxnSpPr>
        <p:spPr>
          <a:xfrm rot="16200000" flipH="1">
            <a:off x="6502066" y="6037243"/>
            <a:ext cx="1426211" cy="25020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Elbow Connector 284">
            <a:extLst>
              <a:ext uri="{FF2B5EF4-FFF2-40B4-BE49-F238E27FC236}">
                <a16:creationId xmlns:a16="http://schemas.microsoft.com/office/drawing/2014/main" id="{888C7B83-142B-0D50-EFDC-295196B5E6E1}"/>
              </a:ext>
            </a:extLst>
          </p:cNvPr>
          <p:cNvCxnSpPr>
            <a:cxnSpLocks/>
            <a:stCxn id="273" idx="3"/>
            <a:endCxn id="282" idx="2"/>
          </p:cNvCxnSpPr>
          <p:nvPr/>
        </p:nvCxnSpPr>
        <p:spPr>
          <a:xfrm flipV="1">
            <a:off x="8924450" y="5444879"/>
            <a:ext cx="465474" cy="14305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2EDD89C8-A58F-8692-E12A-19606B12AD7D}"/>
              </a:ext>
            </a:extLst>
          </p:cNvPr>
          <p:cNvSpPr/>
          <p:nvPr/>
        </p:nvSpPr>
        <p:spPr>
          <a:xfrm>
            <a:off x="-2383426" y="10529269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(p=0.1625)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5753A2FB-FC92-A3CB-C611-ECD893FA63A4}"/>
                  </a:ext>
                </a:extLst>
              </p:cNvPr>
              <p:cNvSpPr/>
              <p:nvPr/>
            </p:nvSpPr>
            <p:spPr>
              <a:xfrm rot="16200000">
                <a:off x="-3039718" y="9085705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5753A2FB-FC92-A3CB-C611-ECD893FA63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3039718" y="9085705"/>
                <a:ext cx="1584176" cy="288032"/>
              </a:xfrm>
              <a:prstGeom prst="rect">
                <a:avLst/>
              </a:prstGeom>
              <a:blipFill>
                <a:blip r:embed="rId32"/>
                <a:stretch>
                  <a:fillRect l="-3846" r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angle 287">
            <a:extLst>
              <a:ext uri="{FF2B5EF4-FFF2-40B4-BE49-F238E27FC236}">
                <a16:creationId xmlns:a16="http://schemas.microsoft.com/office/drawing/2014/main" id="{FEF3F68F-5841-9E78-47A3-0A39FB1A166C}"/>
              </a:ext>
            </a:extLst>
          </p:cNvPr>
          <p:cNvSpPr/>
          <p:nvPr/>
        </p:nvSpPr>
        <p:spPr>
          <a:xfrm rot="16200000">
            <a:off x="-2579632" y="9085705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0FD832AA-D3C2-8BCB-A2EF-E0C00C9830FD}"/>
              </a:ext>
            </a:extLst>
          </p:cNvPr>
          <p:cNvSpPr/>
          <p:nvPr/>
        </p:nvSpPr>
        <p:spPr>
          <a:xfrm rot="16200000">
            <a:off x="-2151674" y="9081616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Rounded Rectangle 289">
                <a:extLst>
                  <a:ext uri="{FF2B5EF4-FFF2-40B4-BE49-F238E27FC236}">
                    <a16:creationId xmlns:a16="http://schemas.microsoft.com/office/drawing/2014/main" id="{2DF3DEB6-0A22-E22F-32CF-2FAACDBF3A66}"/>
                  </a:ext>
                </a:extLst>
              </p:cNvPr>
              <p:cNvSpPr/>
              <p:nvPr/>
            </p:nvSpPr>
            <p:spPr>
              <a:xfrm rot="16200000">
                <a:off x="-1894983" y="9081248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0" name="Rounded Rectangle 289">
                <a:extLst>
                  <a:ext uri="{FF2B5EF4-FFF2-40B4-BE49-F238E27FC236}">
                    <a16:creationId xmlns:a16="http://schemas.microsoft.com/office/drawing/2014/main" id="{2DF3DEB6-0A22-E22F-32CF-2FAACDBF3A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94983" y="9081248"/>
                <a:ext cx="2080077" cy="280637"/>
              </a:xfrm>
              <a:prstGeom prst="roundRect">
                <a:avLst/>
              </a:prstGeom>
              <a:blipFill>
                <a:blip r:embed="rId33"/>
                <a:stretch>
                  <a:fillRect l="-12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775775C4-6FC2-E805-711B-1ABFAB92DF00}"/>
              </a:ext>
            </a:extLst>
          </p:cNvPr>
          <p:cNvCxnSpPr>
            <a:stCxn id="287" idx="2"/>
            <a:endCxn id="288" idx="0"/>
          </p:cNvCxnSpPr>
          <p:nvPr/>
        </p:nvCxnSpPr>
        <p:spPr>
          <a:xfrm rot="16200000">
            <a:off x="-2017587" y="9143694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F78DDC95-B37B-9A43-6C9C-C4E231F4F0C8}"/>
              </a:ext>
            </a:extLst>
          </p:cNvPr>
          <p:cNvCxnSpPr>
            <a:stCxn id="288" idx="2"/>
            <a:endCxn id="289" idx="0"/>
          </p:cNvCxnSpPr>
          <p:nvPr/>
        </p:nvCxnSpPr>
        <p:spPr>
          <a:xfrm rot="16200000">
            <a:off x="-1573565" y="9155668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098825CA-B38D-A565-13C3-97E1C31C23F3}"/>
              </a:ext>
            </a:extLst>
          </p:cNvPr>
          <p:cNvCxnSpPr>
            <a:cxnSpLocks/>
            <a:stCxn id="289" idx="2"/>
            <a:endCxn id="290" idx="0"/>
          </p:cNvCxnSpPr>
          <p:nvPr/>
        </p:nvCxnSpPr>
        <p:spPr>
          <a:xfrm rot="16200000">
            <a:off x="-1105404" y="9115490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BE193852-B4ED-9127-8D01-CED96F66D765}"/>
              </a:ext>
            </a:extLst>
          </p:cNvPr>
          <p:cNvCxnSpPr>
            <a:cxnSpLocks/>
            <a:stCxn id="290" idx="2"/>
            <a:endCxn id="300" idx="0"/>
          </p:cNvCxnSpPr>
          <p:nvPr/>
        </p:nvCxnSpPr>
        <p:spPr>
          <a:xfrm>
            <a:off x="-714626" y="9221566"/>
            <a:ext cx="686354" cy="142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Oval 294">
            <a:extLst>
              <a:ext uri="{FF2B5EF4-FFF2-40B4-BE49-F238E27FC236}">
                <a16:creationId xmlns:a16="http://schemas.microsoft.com/office/drawing/2014/main" id="{D316F538-0BD1-DDEA-9389-598F5CBADAF0}"/>
              </a:ext>
            </a:extLst>
          </p:cNvPr>
          <p:cNvSpPr/>
          <p:nvPr/>
        </p:nvSpPr>
        <p:spPr>
          <a:xfrm rot="16200000">
            <a:off x="-442510" y="9178163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6B97746D-4D05-3E1F-5D63-1C9D9704E47B}"/>
              </a:ext>
            </a:extLst>
          </p:cNvPr>
          <p:cNvSpPr/>
          <p:nvPr/>
        </p:nvSpPr>
        <p:spPr>
          <a:xfrm rot="16200000">
            <a:off x="-2627870" y="9191905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7" name="Elbow Connector 296">
            <a:extLst>
              <a:ext uri="{FF2B5EF4-FFF2-40B4-BE49-F238E27FC236}">
                <a16:creationId xmlns:a16="http://schemas.microsoft.com/office/drawing/2014/main" id="{D9249EA0-8485-B954-B991-9339247E36CE}"/>
              </a:ext>
            </a:extLst>
          </p:cNvPr>
          <p:cNvCxnSpPr>
            <a:cxnSpLocks/>
            <a:stCxn id="296" idx="5"/>
            <a:endCxn id="286" idx="1"/>
          </p:cNvCxnSpPr>
          <p:nvPr/>
        </p:nvCxnSpPr>
        <p:spPr>
          <a:xfrm>
            <a:off x="-2563314" y="9202981"/>
            <a:ext cx="179888" cy="1546332"/>
          </a:xfrm>
          <a:prstGeom prst="bentConnector3">
            <a:avLst>
              <a:gd name="adj1" fmla="val -172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Elbow Connector 297">
            <a:extLst>
              <a:ext uri="{FF2B5EF4-FFF2-40B4-BE49-F238E27FC236}">
                <a16:creationId xmlns:a16="http://schemas.microsoft.com/office/drawing/2014/main" id="{16DF02B9-FD1F-6B6E-DB3C-3B5AEBE3EC36}"/>
              </a:ext>
            </a:extLst>
          </p:cNvPr>
          <p:cNvCxnSpPr>
            <a:cxnSpLocks/>
            <a:stCxn id="286" idx="3"/>
            <a:endCxn id="295" idx="2"/>
          </p:cNvCxnSpPr>
          <p:nvPr/>
        </p:nvCxnSpPr>
        <p:spPr>
          <a:xfrm flipV="1">
            <a:off x="-799250" y="9253795"/>
            <a:ext cx="394556" cy="149551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Rectangle 298">
            <a:extLst>
              <a:ext uri="{FF2B5EF4-FFF2-40B4-BE49-F238E27FC236}">
                <a16:creationId xmlns:a16="http://schemas.microsoft.com/office/drawing/2014/main" id="{24ADC3D1-1D92-BA6A-6066-C94E1749031A}"/>
              </a:ext>
            </a:extLst>
          </p:cNvPr>
          <p:cNvSpPr/>
          <p:nvPr/>
        </p:nvSpPr>
        <p:spPr>
          <a:xfrm>
            <a:off x="97590" y="10529269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(p=0.175)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F919C8EA-C0E5-BAA0-2787-AF6CFE51FF35}"/>
                  </a:ext>
                </a:extLst>
              </p:cNvPr>
              <p:cNvSpPr/>
              <p:nvPr/>
            </p:nvSpPr>
            <p:spPr>
              <a:xfrm rot="16200000">
                <a:off x="-676344" y="9091764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F919C8EA-C0E5-BAA0-2787-AF6CFE51FF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76344" y="9091764"/>
                <a:ext cx="1584176" cy="288032"/>
              </a:xfrm>
              <a:prstGeom prst="rect">
                <a:avLst/>
              </a:prstGeom>
              <a:blipFill>
                <a:blip r:embed="rId34"/>
                <a:stretch>
                  <a:fillRect r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1" name="Rectangle 300">
            <a:extLst>
              <a:ext uri="{FF2B5EF4-FFF2-40B4-BE49-F238E27FC236}">
                <a16:creationId xmlns:a16="http://schemas.microsoft.com/office/drawing/2014/main" id="{2F6AE07A-39D8-D5EA-5A40-A5A175B93E54}"/>
              </a:ext>
            </a:extLst>
          </p:cNvPr>
          <p:cNvSpPr/>
          <p:nvPr/>
        </p:nvSpPr>
        <p:spPr>
          <a:xfrm rot="16200000">
            <a:off x="-216258" y="9091764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391FC70C-9F28-8467-CD79-C2EEAC2E18EC}"/>
              </a:ext>
            </a:extLst>
          </p:cNvPr>
          <p:cNvSpPr/>
          <p:nvPr/>
        </p:nvSpPr>
        <p:spPr>
          <a:xfrm rot="16200000">
            <a:off x="211700" y="9087675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Rounded Rectangle 302">
                <a:extLst>
                  <a:ext uri="{FF2B5EF4-FFF2-40B4-BE49-F238E27FC236}">
                    <a16:creationId xmlns:a16="http://schemas.microsoft.com/office/drawing/2014/main" id="{B87494BF-5E80-3CD8-A774-BB6AA99E0E46}"/>
                  </a:ext>
                </a:extLst>
              </p:cNvPr>
              <p:cNvSpPr/>
              <p:nvPr/>
            </p:nvSpPr>
            <p:spPr>
              <a:xfrm rot="16200000">
                <a:off x="468391" y="9087307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03" name="Rounded Rectangle 302">
                <a:extLst>
                  <a:ext uri="{FF2B5EF4-FFF2-40B4-BE49-F238E27FC236}">
                    <a16:creationId xmlns:a16="http://schemas.microsoft.com/office/drawing/2014/main" id="{B87494BF-5E80-3CD8-A774-BB6AA99E0E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8391" y="9087307"/>
                <a:ext cx="2080077" cy="280637"/>
              </a:xfrm>
              <a:prstGeom prst="roundRect">
                <a:avLst/>
              </a:prstGeom>
              <a:blipFill>
                <a:blip r:embed="rId35"/>
                <a:stretch>
                  <a:fillRect l="-8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F6AC8E6B-8F34-CA73-CACD-B7918F0F18DC}"/>
              </a:ext>
            </a:extLst>
          </p:cNvPr>
          <p:cNvCxnSpPr>
            <a:stCxn id="300" idx="2"/>
            <a:endCxn id="301" idx="0"/>
          </p:cNvCxnSpPr>
          <p:nvPr/>
        </p:nvCxnSpPr>
        <p:spPr>
          <a:xfrm rot="16200000">
            <a:off x="345787" y="9149753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270CD3F4-2C25-46B8-DCCB-2CE1926113EA}"/>
              </a:ext>
            </a:extLst>
          </p:cNvPr>
          <p:cNvCxnSpPr>
            <a:stCxn id="301" idx="2"/>
            <a:endCxn id="302" idx="0"/>
          </p:cNvCxnSpPr>
          <p:nvPr/>
        </p:nvCxnSpPr>
        <p:spPr>
          <a:xfrm rot="16200000">
            <a:off x="789809" y="9161727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D0D9A0E7-1619-B94D-4860-667F7E68CFAB}"/>
              </a:ext>
            </a:extLst>
          </p:cNvPr>
          <p:cNvCxnSpPr>
            <a:cxnSpLocks/>
            <a:stCxn id="302" idx="2"/>
            <a:endCxn id="303" idx="0"/>
          </p:cNvCxnSpPr>
          <p:nvPr/>
        </p:nvCxnSpPr>
        <p:spPr>
          <a:xfrm rot="16200000">
            <a:off x="1257970" y="9121549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D46822F6-69A2-CF31-45ED-54189602CFCF}"/>
              </a:ext>
            </a:extLst>
          </p:cNvPr>
          <p:cNvCxnSpPr>
            <a:cxnSpLocks/>
            <a:stCxn id="303" idx="2"/>
            <a:endCxn id="313" idx="0"/>
          </p:cNvCxnSpPr>
          <p:nvPr/>
        </p:nvCxnSpPr>
        <p:spPr>
          <a:xfrm>
            <a:off x="1648748" y="9227625"/>
            <a:ext cx="829897" cy="55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Oval 307">
            <a:extLst>
              <a:ext uri="{FF2B5EF4-FFF2-40B4-BE49-F238E27FC236}">
                <a16:creationId xmlns:a16="http://schemas.microsoft.com/office/drawing/2014/main" id="{B7D38A62-6A41-AAB4-0F55-424A31EFF8FC}"/>
              </a:ext>
            </a:extLst>
          </p:cNvPr>
          <p:cNvSpPr/>
          <p:nvPr/>
        </p:nvSpPr>
        <p:spPr>
          <a:xfrm rot="16200000">
            <a:off x="1904972" y="9206235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C9CE5D7F-A5C7-86BD-143A-FFC8856EC9A0}"/>
              </a:ext>
            </a:extLst>
          </p:cNvPr>
          <p:cNvSpPr/>
          <p:nvPr/>
        </p:nvSpPr>
        <p:spPr>
          <a:xfrm rot="16200000">
            <a:off x="-243133" y="9161117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0" name="Elbow Connector 309">
            <a:extLst>
              <a:ext uri="{FF2B5EF4-FFF2-40B4-BE49-F238E27FC236}">
                <a16:creationId xmlns:a16="http://schemas.microsoft.com/office/drawing/2014/main" id="{91BBF8E3-0ECA-7115-5C18-26B198E84149}"/>
              </a:ext>
            </a:extLst>
          </p:cNvPr>
          <p:cNvCxnSpPr>
            <a:cxnSpLocks/>
            <a:stCxn id="309" idx="2"/>
            <a:endCxn id="299" idx="1"/>
          </p:cNvCxnSpPr>
          <p:nvPr/>
        </p:nvCxnSpPr>
        <p:spPr>
          <a:xfrm rot="16200000" flipH="1">
            <a:off x="-810146" y="9841577"/>
            <a:ext cx="1512564" cy="30290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Elbow Connector 310">
            <a:extLst>
              <a:ext uri="{FF2B5EF4-FFF2-40B4-BE49-F238E27FC236}">
                <a16:creationId xmlns:a16="http://schemas.microsoft.com/office/drawing/2014/main" id="{5DD8277E-0AE2-9EEB-0DDF-3AD0390232F2}"/>
              </a:ext>
            </a:extLst>
          </p:cNvPr>
          <p:cNvCxnSpPr>
            <a:cxnSpLocks/>
            <a:stCxn id="299" idx="3"/>
            <a:endCxn id="308" idx="2"/>
          </p:cNvCxnSpPr>
          <p:nvPr/>
        </p:nvCxnSpPr>
        <p:spPr>
          <a:xfrm flipV="1">
            <a:off x="1681766" y="9281867"/>
            <a:ext cx="261022" cy="14674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Rectangle 311">
            <a:extLst>
              <a:ext uri="{FF2B5EF4-FFF2-40B4-BE49-F238E27FC236}">
                <a16:creationId xmlns:a16="http://schemas.microsoft.com/office/drawing/2014/main" id="{A1F3A481-2D43-D965-EF96-7139912F1F16}"/>
              </a:ext>
            </a:extLst>
          </p:cNvPr>
          <p:cNvSpPr/>
          <p:nvPr/>
        </p:nvSpPr>
        <p:spPr>
          <a:xfrm>
            <a:off x="2580950" y="10529269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(p=0.1875)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6AB51C01-C75A-A904-94D2-CD4F20DCAF4F}"/>
                  </a:ext>
                </a:extLst>
              </p:cNvPr>
              <p:cNvSpPr/>
              <p:nvPr/>
            </p:nvSpPr>
            <p:spPr>
              <a:xfrm rot="16200000">
                <a:off x="1830573" y="9089109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6AB51C01-C75A-A904-94D2-CD4F20DCAF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830573" y="9089109"/>
                <a:ext cx="1584176" cy="288032"/>
              </a:xfrm>
              <a:prstGeom prst="rect">
                <a:avLst/>
              </a:prstGeom>
              <a:blipFill>
                <a:blip r:embed="rId36"/>
                <a:stretch>
                  <a:fillRect l="-4000" r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4" name="Rectangle 313">
            <a:extLst>
              <a:ext uri="{FF2B5EF4-FFF2-40B4-BE49-F238E27FC236}">
                <a16:creationId xmlns:a16="http://schemas.microsoft.com/office/drawing/2014/main" id="{842C7D17-0EFE-8058-35FF-3B730FC25AF1}"/>
              </a:ext>
            </a:extLst>
          </p:cNvPr>
          <p:cNvSpPr/>
          <p:nvPr/>
        </p:nvSpPr>
        <p:spPr>
          <a:xfrm rot="16200000">
            <a:off x="2290659" y="9089109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B0AE0A2E-B36E-3253-B515-20A4E4D97275}"/>
              </a:ext>
            </a:extLst>
          </p:cNvPr>
          <p:cNvSpPr/>
          <p:nvPr/>
        </p:nvSpPr>
        <p:spPr>
          <a:xfrm rot="16200000">
            <a:off x="2718617" y="9085020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Rounded Rectangle 315">
                <a:extLst>
                  <a:ext uri="{FF2B5EF4-FFF2-40B4-BE49-F238E27FC236}">
                    <a16:creationId xmlns:a16="http://schemas.microsoft.com/office/drawing/2014/main" id="{F2D557DA-0145-84E3-8405-D8EA7D938DD1}"/>
                  </a:ext>
                </a:extLst>
              </p:cNvPr>
              <p:cNvSpPr/>
              <p:nvPr/>
            </p:nvSpPr>
            <p:spPr>
              <a:xfrm rot="16200000">
                <a:off x="2975308" y="9084652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6" name="Rounded Rectangle 315">
                <a:extLst>
                  <a:ext uri="{FF2B5EF4-FFF2-40B4-BE49-F238E27FC236}">
                    <a16:creationId xmlns:a16="http://schemas.microsoft.com/office/drawing/2014/main" id="{F2D557DA-0145-84E3-8405-D8EA7D938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75308" y="9084652"/>
                <a:ext cx="2080077" cy="280637"/>
              </a:xfrm>
              <a:prstGeom prst="roundRect">
                <a:avLst/>
              </a:prstGeom>
              <a:blipFill>
                <a:blip r:embed="rId37"/>
                <a:stretch>
                  <a:fillRect l="-12000" r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48A2B805-87D6-0D0F-5470-9DFDB2CCBBD7}"/>
              </a:ext>
            </a:extLst>
          </p:cNvPr>
          <p:cNvCxnSpPr>
            <a:stCxn id="313" idx="2"/>
            <a:endCxn id="314" idx="0"/>
          </p:cNvCxnSpPr>
          <p:nvPr/>
        </p:nvCxnSpPr>
        <p:spPr>
          <a:xfrm rot="16200000">
            <a:off x="2852704" y="9147098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BD1D6DA6-D7AA-DDE2-08B9-530CDF1732A2}"/>
              </a:ext>
            </a:extLst>
          </p:cNvPr>
          <p:cNvCxnSpPr>
            <a:stCxn id="314" idx="2"/>
            <a:endCxn id="315" idx="0"/>
          </p:cNvCxnSpPr>
          <p:nvPr/>
        </p:nvCxnSpPr>
        <p:spPr>
          <a:xfrm rot="16200000">
            <a:off x="3296726" y="9159072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9FAB7749-DAA4-6D51-9F1B-E32BC2DD5C3A}"/>
              </a:ext>
            </a:extLst>
          </p:cNvPr>
          <p:cNvCxnSpPr>
            <a:cxnSpLocks/>
            <a:stCxn id="315" idx="2"/>
            <a:endCxn id="316" idx="0"/>
          </p:cNvCxnSpPr>
          <p:nvPr/>
        </p:nvCxnSpPr>
        <p:spPr>
          <a:xfrm rot="16200000">
            <a:off x="3764887" y="9118894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94FE7B59-F1BB-3273-708A-BF655A12F0BA}"/>
              </a:ext>
            </a:extLst>
          </p:cNvPr>
          <p:cNvCxnSpPr>
            <a:cxnSpLocks/>
            <a:stCxn id="316" idx="2"/>
            <a:endCxn id="325" idx="0"/>
          </p:cNvCxnSpPr>
          <p:nvPr/>
        </p:nvCxnSpPr>
        <p:spPr>
          <a:xfrm>
            <a:off x="4155665" y="9224970"/>
            <a:ext cx="604998" cy="46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Oval 320">
            <a:extLst>
              <a:ext uri="{FF2B5EF4-FFF2-40B4-BE49-F238E27FC236}">
                <a16:creationId xmlns:a16="http://schemas.microsoft.com/office/drawing/2014/main" id="{FE5F4993-6B8C-7073-843C-B88EC30F136B}"/>
              </a:ext>
            </a:extLst>
          </p:cNvPr>
          <p:cNvSpPr/>
          <p:nvPr/>
        </p:nvSpPr>
        <p:spPr>
          <a:xfrm rot="16200000">
            <a:off x="4419630" y="9198933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11B63742-15E7-A816-5663-1F14E465A023}"/>
              </a:ext>
            </a:extLst>
          </p:cNvPr>
          <p:cNvSpPr/>
          <p:nvPr/>
        </p:nvSpPr>
        <p:spPr>
          <a:xfrm rot="16200000">
            <a:off x="2171966" y="9161117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3" name="Elbow Connector 322">
            <a:extLst>
              <a:ext uri="{FF2B5EF4-FFF2-40B4-BE49-F238E27FC236}">
                <a16:creationId xmlns:a16="http://schemas.microsoft.com/office/drawing/2014/main" id="{CF8B2669-CB26-EE23-1939-BBA0E197E821}"/>
              </a:ext>
            </a:extLst>
          </p:cNvPr>
          <p:cNvCxnSpPr>
            <a:cxnSpLocks/>
            <a:stCxn id="322" idx="2"/>
            <a:endCxn id="312" idx="1"/>
          </p:cNvCxnSpPr>
          <p:nvPr/>
        </p:nvCxnSpPr>
        <p:spPr>
          <a:xfrm rot="16200000" flipH="1">
            <a:off x="1639084" y="9807447"/>
            <a:ext cx="1512564" cy="37116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Elbow Connector 323">
            <a:extLst>
              <a:ext uri="{FF2B5EF4-FFF2-40B4-BE49-F238E27FC236}">
                <a16:creationId xmlns:a16="http://schemas.microsoft.com/office/drawing/2014/main" id="{99FE9952-FD4C-1400-14A1-A9CABBA58859}"/>
              </a:ext>
            </a:extLst>
          </p:cNvPr>
          <p:cNvCxnSpPr>
            <a:cxnSpLocks/>
            <a:stCxn id="312" idx="3"/>
            <a:endCxn id="321" idx="2"/>
          </p:cNvCxnSpPr>
          <p:nvPr/>
        </p:nvCxnSpPr>
        <p:spPr>
          <a:xfrm flipV="1">
            <a:off x="4165126" y="9274565"/>
            <a:ext cx="292320" cy="147474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5EEC46C5-4DAD-A636-BF02-B0A737CC81F9}"/>
                  </a:ext>
                </a:extLst>
              </p:cNvPr>
              <p:cNvSpPr/>
              <p:nvPr/>
            </p:nvSpPr>
            <p:spPr>
              <a:xfrm rot="16200000">
                <a:off x="4112591" y="9085645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5EEC46C5-4DAD-A636-BF02-B0A737CC8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12591" y="9085645"/>
                <a:ext cx="1584176" cy="288032"/>
              </a:xfrm>
              <a:prstGeom prst="rect">
                <a:avLst/>
              </a:prstGeom>
              <a:blipFill>
                <a:blip r:embed="rId38"/>
                <a:stretch>
                  <a:fillRect r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6" name="Rectangle 325">
            <a:extLst>
              <a:ext uri="{FF2B5EF4-FFF2-40B4-BE49-F238E27FC236}">
                <a16:creationId xmlns:a16="http://schemas.microsoft.com/office/drawing/2014/main" id="{3DC883C1-1A87-F4DC-5D03-F458D96728C8}"/>
              </a:ext>
            </a:extLst>
          </p:cNvPr>
          <p:cNvSpPr/>
          <p:nvPr/>
        </p:nvSpPr>
        <p:spPr>
          <a:xfrm rot="16200000">
            <a:off x="4544639" y="9085645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8E12487C-4855-EB2A-23B1-C54CB5C719C3}"/>
              </a:ext>
            </a:extLst>
          </p:cNvPr>
          <p:cNvSpPr/>
          <p:nvPr/>
        </p:nvSpPr>
        <p:spPr>
          <a:xfrm rot="16200000">
            <a:off x="4972598" y="9081555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265C1165-2E08-484D-0C7C-67D333EB33C5}"/>
              </a:ext>
            </a:extLst>
          </p:cNvPr>
          <p:cNvCxnSpPr>
            <a:stCxn id="325" idx="2"/>
            <a:endCxn id="326" idx="0"/>
          </p:cNvCxnSpPr>
          <p:nvPr/>
        </p:nvCxnSpPr>
        <p:spPr>
          <a:xfrm rot="16200000">
            <a:off x="5120703" y="9157653"/>
            <a:ext cx="0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E6ACD534-CFB7-562E-CF50-08B7B4C87E1C}"/>
              </a:ext>
            </a:extLst>
          </p:cNvPr>
          <p:cNvCxnSpPr>
            <a:stCxn id="326" idx="2"/>
            <a:endCxn id="327" idx="0"/>
          </p:cNvCxnSpPr>
          <p:nvPr/>
        </p:nvCxnSpPr>
        <p:spPr>
          <a:xfrm rot="16200000">
            <a:off x="5550706" y="9155608"/>
            <a:ext cx="4090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79A23055-88B6-DD58-8931-517EBF266AB9}"/>
              </a:ext>
            </a:extLst>
          </p:cNvPr>
          <p:cNvCxnSpPr>
            <a:cxnSpLocks/>
            <a:stCxn id="327" idx="2"/>
            <a:endCxn id="331" idx="0"/>
          </p:cNvCxnSpPr>
          <p:nvPr/>
        </p:nvCxnSpPr>
        <p:spPr>
          <a:xfrm flipV="1">
            <a:off x="5912792" y="9221540"/>
            <a:ext cx="167942" cy="4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>
            <a:extLst>
              <a:ext uri="{FF2B5EF4-FFF2-40B4-BE49-F238E27FC236}">
                <a16:creationId xmlns:a16="http://schemas.microsoft.com/office/drawing/2014/main" id="{4173DD76-FC86-C065-9B0A-99DF82E9EAAC}"/>
              </a:ext>
            </a:extLst>
          </p:cNvPr>
          <p:cNvSpPr/>
          <p:nvPr/>
        </p:nvSpPr>
        <p:spPr>
          <a:xfrm rot="16200000">
            <a:off x="5369778" y="9068400"/>
            <a:ext cx="1728193" cy="30628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AdaptiveAvgPool2D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4A7D57A5-55D7-8A61-9B07-EE7C2EF2FBD2}"/>
              </a:ext>
            </a:extLst>
          </p:cNvPr>
          <p:cNvSpPr/>
          <p:nvPr/>
        </p:nvSpPr>
        <p:spPr>
          <a:xfrm rot="16200000">
            <a:off x="5854910" y="9068400"/>
            <a:ext cx="1728193" cy="3062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 (p=0.2)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5D7A4A8F-2F23-0D4C-D658-EF49C9D32DC5}"/>
              </a:ext>
            </a:extLst>
          </p:cNvPr>
          <p:cNvSpPr/>
          <p:nvPr/>
        </p:nvSpPr>
        <p:spPr>
          <a:xfrm rot="16200000">
            <a:off x="6928154" y="9073370"/>
            <a:ext cx="1598812" cy="30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31C228B-F01C-EE42-8D2C-386075A576B1}"/>
              </a:ext>
            </a:extLst>
          </p:cNvPr>
          <p:cNvSpPr/>
          <p:nvPr/>
        </p:nvSpPr>
        <p:spPr>
          <a:xfrm rot="16200000">
            <a:off x="6454212" y="9068400"/>
            <a:ext cx="1598812" cy="3062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(features, 1)</a:t>
            </a:r>
          </a:p>
        </p:txBody>
      </p:sp>
      <p:cxnSp>
        <p:nvCxnSpPr>
          <p:cNvPr id="412" name="Elbow Connector 411">
            <a:extLst>
              <a:ext uri="{FF2B5EF4-FFF2-40B4-BE49-F238E27FC236}">
                <a16:creationId xmlns:a16="http://schemas.microsoft.com/office/drawing/2014/main" id="{3E6AEC8D-DAB8-A1E5-2431-BCE146CEC0FF}"/>
              </a:ext>
            </a:extLst>
          </p:cNvPr>
          <p:cNvCxnSpPr>
            <a:cxnSpLocks/>
            <a:stCxn id="212" idx="2"/>
            <a:endCxn id="222" idx="0"/>
          </p:cNvCxnSpPr>
          <p:nvPr/>
        </p:nvCxnSpPr>
        <p:spPr>
          <a:xfrm flipH="1">
            <a:off x="-2587248" y="2549792"/>
            <a:ext cx="17863744" cy="2915088"/>
          </a:xfrm>
          <a:prstGeom prst="bentConnector5">
            <a:avLst>
              <a:gd name="adj1" fmla="val -1280"/>
              <a:gd name="adj2" fmla="val 49937"/>
              <a:gd name="adj3" fmla="val 1031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Elbow Connector 489">
            <a:extLst>
              <a:ext uri="{FF2B5EF4-FFF2-40B4-BE49-F238E27FC236}">
                <a16:creationId xmlns:a16="http://schemas.microsoft.com/office/drawing/2014/main" id="{17C9B925-946F-0EED-D4C8-86B3467DC01B}"/>
              </a:ext>
            </a:extLst>
          </p:cNvPr>
          <p:cNvCxnSpPr>
            <a:cxnSpLocks/>
            <a:stCxn id="277" idx="2"/>
            <a:endCxn id="287" idx="0"/>
          </p:cNvCxnSpPr>
          <p:nvPr/>
        </p:nvCxnSpPr>
        <p:spPr>
          <a:xfrm flipH="1">
            <a:off x="-2391646" y="5429985"/>
            <a:ext cx="11499883" cy="3799736"/>
          </a:xfrm>
          <a:prstGeom prst="bentConnector5">
            <a:avLst>
              <a:gd name="adj1" fmla="val -1988"/>
              <a:gd name="adj2" fmla="val 49951"/>
              <a:gd name="adj3" fmla="val 10644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Arrow Connector 540">
            <a:extLst>
              <a:ext uri="{FF2B5EF4-FFF2-40B4-BE49-F238E27FC236}">
                <a16:creationId xmlns:a16="http://schemas.microsoft.com/office/drawing/2014/main" id="{4FD06DC2-720A-4A67-9F44-94844489D006}"/>
              </a:ext>
            </a:extLst>
          </p:cNvPr>
          <p:cNvCxnSpPr>
            <a:stCxn id="331" idx="2"/>
            <a:endCxn id="332" idx="0"/>
          </p:cNvCxnSpPr>
          <p:nvPr/>
        </p:nvCxnSpPr>
        <p:spPr>
          <a:xfrm>
            <a:off x="6387015" y="9221540"/>
            <a:ext cx="1788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3B782D36-71DA-6CE5-CA17-B4E5925089B8}"/>
              </a:ext>
            </a:extLst>
          </p:cNvPr>
          <p:cNvCxnSpPr>
            <a:stCxn id="332" idx="2"/>
            <a:endCxn id="334" idx="0"/>
          </p:cNvCxnSpPr>
          <p:nvPr/>
        </p:nvCxnSpPr>
        <p:spPr>
          <a:xfrm>
            <a:off x="6872147" y="9221540"/>
            <a:ext cx="22833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Arrow Connector 544">
            <a:extLst>
              <a:ext uri="{FF2B5EF4-FFF2-40B4-BE49-F238E27FC236}">
                <a16:creationId xmlns:a16="http://schemas.microsoft.com/office/drawing/2014/main" id="{646964DC-7504-B5CC-F9C5-5A8B427D7DDC}"/>
              </a:ext>
            </a:extLst>
          </p:cNvPr>
          <p:cNvCxnSpPr>
            <a:stCxn id="334" idx="2"/>
            <a:endCxn id="333" idx="0"/>
          </p:cNvCxnSpPr>
          <p:nvPr/>
        </p:nvCxnSpPr>
        <p:spPr>
          <a:xfrm>
            <a:off x="7406759" y="9221541"/>
            <a:ext cx="167661" cy="4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526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BAC436F-103F-ED52-A9BF-9CDCC38324BF}"/>
              </a:ext>
            </a:extLst>
          </p:cNvPr>
          <p:cNvSpPr/>
          <p:nvPr/>
        </p:nvSpPr>
        <p:spPr>
          <a:xfrm>
            <a:off x="2321195" y="2988913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(p=0.0125)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112121-3566-C138-5E20-2FBF65CE3EB4}"/>
                  </a:ext>
                </a:extLst>
              </p:cNvPr>
              <p:cNvSpPr/>
              <p:nvPr/>
            </p:nvSpPr>
            <p:spPr>
              <a:xfrm>
                <a:off x="6660232" y="785631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112121-3566-C138-5E20-2FBF65CE3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785631"/>
                <a:ext cx="1584176" cy="288032"/>
              </a:xfrm>
              <a:prstGeom prst="rect">
                <a:avLst/>
              </a:prstGeom>
              <a:blipFill>
                <a:blip r:embed="rId2"/>
                <a:stretch>
                  <a:fillRect b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61A0660-3540-2FEF-F4FD-D1F9334F2814}"/>
              </a:ext>
            </a:extLst>
          </p:cNvPr>
          <p:cNvSpPr/>
          <p:nvPr/>
        </p:nvSpPr>
        <p:spPr>
          <a:xfrm>
            <a:off x="6660232" y="1182246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B88B17-1D81-560E-97FB-646457C1FA85}"/>
              </a:ext>
            </a:extLst>
          </p:cNvPr>
          <p:cNvSpPr/>
          <p:nvPr/>
        </p:nvSpPr>
        <p:spPr>
          <a:xfrm>
            <a:off x="6661517" y="1578861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BB23B2-DAC4-D9B9-683B-E6A7886096B9}"/>
              </a:ext>
            </a:extLst>
          </p:cNvPr>
          <p:cNvSpPr/>
          <p:nvPr/>
        </p:nvSpPr>
        <p:spPr>
          <a:xfrm>
            <a:off x="6616012" y="2016234"/>
            <a:ext cx="1728193" cy="30628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AdaptiveAvgPool2D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FC8D2D7-6F9C-FAB6-28E9-ADA8DFAFAB21}"/>
                  </a:ext>
                </a:extLst>
              </p:cNvPr>
              <p:cNvSpPr/>
              <p:nvPr/>
            </p:nvSpPr>
            <p:spPr>
              <a:xfrm>
                <a:off x="6678758" y="2448282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FC8D2D7-6F9C-FAB6-28E9-ADA8DFAFAB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758" y="2448282"/>
                <a:ext cx="1584176" cy="288032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452A59C-6B78-FEBF-2D21-70B9DCE3D1B9}"/>
                  </a:ext>
                </a:extLst>
              </p:cNvPr>
              <p:cNvSpPr/>
              <p:nvPr/>
            </p:nvSpPr>
            <p:spPr>
              <a:xfrm>
                <a:off x="6670779" y="2844897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452A59C-6B78-FEBF-2D21-70B9DCE3D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779" y="2844897"/>
                <a:ext cx="1584176" cy="288032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543A54B0-43C6-D265-DE07-8655EA859B39}"/>
              </a:ext>
            </a:extLst>
          </p:cNvPr>
          <p:cNvSpPr/>
          <p:nvPr/>
        </p:nvSpPr>
        <p:spPr>
          <a:xfrm>
            <a:off x="6666689" y="3267015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D88537-AE99-0EEA-3A0D-F280AE05D802}"/>
              </a:ext>
            </a:extLst>
          </p:cNvPr>
          <p:cNvSpPr/>
          <p:nvPr/>
        </p:nvSpPr>
        <p:spPr>
          <a:xfrm>
            <a:off x="6660232" y="3677857"/>
            <a:ext cx="1598812" cy="30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517EEBD-054C-E19B-E693-A17859F74912}"/>
                  </a:ext>
                </a:extLst>
              </p:cNvPr>
              <p:cNvSpPr/>
              <p:nvPr/>
            </p:nvSpPr>
            <p:spPr>
              <a:xfrm>
                <a:off x="6660232" y="4099975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517EEBD-054C-E19B-E693-A17859F749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4099975"/>
                <a:ext cx="1584176" cy="288032"/>
              </a:xfrm>
              <a:prstGeom prst="rect">
                <a:avLst/>
              </a:prstGeom>
              <a:blipFill>
                <a:blip r:embed="rId5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4CDE17C4-2CEA-8CAB-37C1-EC4B6C7F0115}"/>
              </a:ext>
            </a:extLst>
          </p:cNvPr>
          <p:cNvSpPr/>
          <p:nvPr/>
        </p:nvSpPr>
        <p:spPr>
          <a:xfrm>
            <a:off x="6666689" y="4503844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188188-2E0D-06DB-2543-1749F8950151}"/>
              </a:ext>
            </a:extLst>
          </p:cNvPr>
          <p:cNvSpPr/>
          <p:nvPr/>
        </p:nvSpPr>
        <p:spPr>
          <a:xfrm>
            <a:off x="6516216" y="712678"/>
            <a:ext cx="1944216" cy="4079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4D6C433D-D7EE-72DE-1A43-247CF8A66E7A}"/>
                  </a:ext>
                </a:extLst>
              </p:cNvPr>
              <p:cNvSpPr/>
              <p:nvPr/>
            </p:nvSpPr>
            <p:spPr>
              <a:xfrm>
                <a:off x="539552" y="1577326"/>
                <a:ext cx="1600486" cy="52425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4D6C433D-D7EE-72DE-1A43-247CF8A66E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577326"/>
                <a:ext cx="1600486" cy="524256"/>
              </a:xfrm>
              <a:prstGeom prst="roundRect">
                <a:avLst/>
              </a:prstGeom>
              <a:blipFill>
                <a:blip r:embed="rId6"/>
                <a:stretch>
                  <a:fillRect t="-6818" b="-181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8EFD656-297C-C9EC-E8F8-E3E10411EB56}"/>
                  </a:ext>
                </a:extLst>
              </p:cNvPr>
              <p:cNvSpPr/>
              <p:nvPr/>
            </p:nvSpPr>
            <p:spPr>
              <a:xfrm>
                <a:off x="539552" y="279294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8EFD656-297C-C9EC-E8F8-E3E10411E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79294"/>
                <a:ext cx="1584176" cy="288032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A74C6B43-E822-75AA-0437-90CA7E842BD1}"/>
              </a:ext>
            </a:extLst>
          </p:cNvPr>
          <p:cNvSpPr/>
          <p:nvPr/>
        </p:nvSpPr>
        <p:spPr>
          <a:xfrm>
            <a:off x="539552" y="711342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B12171-4633-C6AB-783A-2BAFC544FDBC}"/>
              </a:ext>
            </a:extLst>
          </p:cNvPr>
          <p:cNvSpPr/>
          <p:nvPr/>
        </p:nvSpPr>
        <p:spPr>
          <a:xfrm>
            <a:off x="539552" y="1143390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0C1A7D4-30C7-2E73-8541-1FF9B216845E}"/>
                  </a:ext>
                </a:extLst>
              </p:cNvPr>
              <p:cNvSpPr/>
              <p:nvPr/>
            </p:nvSpPr>
            <p:spPr>
              <a:xfrm>
                <a:off x="547707" y="2448282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0C1A7D4-30C7-2E73-8541-1FF9B21684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07" y="2448282"/>
                <a:ext cx="1584176" cy="288032"/>
              </a:xfrm>
              <a:prstGeom prst="rect">
                <a:avLst/>
              </a:prstGeom>
              <a:blipFill>
                <a:blip r:embed="rId8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080531FF-AB17-ED31-14CF-1F865817242F}"/>
              </a:ext>
            </a:extLst>
          </p:cNvPr>
          <p:cNvSpPr/>
          <p:nvPr/>
        </p:nvSpPr>
        <p:spPr>
          <a:xfrm>
            <a:off x="547707" y="2908368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E5B6301-4249-9C92-1E9F-99CDD2AFA45D}"/>
              </a:ext>
            </a:extLst>
          </p:cNvPr>
          <p:cNvSpPr/>
          <p:nvPr/>
        </p:nvSpPr>
        <p:spPr>
          <a:xfrm>
            <a:off x="547707" y="3340416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ABACD652-F21D-EE38-B60D-34C34BBAB0FE}"/>
                  </a:ext>
                </a:extLst>
              </p:cNvPr>
              <p:cNvSpPr/>
              <p:nvPr/>
            </p:nvSpPr>
            <p:spPr>
              <a:xfrm>
                <a:off x="307911" y="3844665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ABACD652-F21D-EE38-B60D-34C34BBAB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11" y="3844665"/>
                <a:ext cx="2080077" cy="280637"/>
              </a:xfrm>
              <a:prstGeom prst="roundRect">
                <a:avLst/>
              </a:prstGeom>
              <a:blipFill>
                <a:blip r:embed="rId9"/>
                <a:stretch>
                  <a:fillRect t="-8000" b="-32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34893C0-98FE-7534-9B7B-2DAFCF324430}"/>
              </a:ext>
            </a:extLst>
          </p:cNvPr>
          <p:cNvCxnSpPr>
            <a:stCxn id="32" idx="2"/>
            <a:endCxn id="57" idx="0"/>
          </p:cNvCxnSpPr>
          <p:nvPr/>
        </p:nvCxnSpPr>
        <p:spPr>
          <a:xfrm>
            <a:off x="1339795" y="2101582"/>
            <a:ext cx="0" cy="346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D16F53E-1A4B-E43D-1470-76DA301B70E5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1339795" y="2736314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9DE18B2-7490-62EB-C19E-BCC630CE6EA0}"/>
              </a:ext>
            </a:extLst>
          </p:cNvPr>
          <p:cNvCxnSpPr>
            <a:stCxn id="58" idx="2"/>
            <a:endCxn id="59" idx="0"/>
          </p:cNvCxnSpPr>
          <p:nvPr/>
        </p:nvCxnSpPr>
        <p:spPr>
          <a:xfrm>
            <a:off x="1339795" y="3196400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B2B7FAB-E4F5-9DD9-4C08-3A4E22EF325F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>
            <a:off x="1343885" y="3628448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852D734-DF45-1664-ED5E-8A9E6F1B79A6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1331640" y="567326"/>
            <a:ext cx="0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97F9ABC-670D-C297-81F8-F55A8F84A471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>
            <a:off x="1331640" y="999374"/>
            <a:ext cx="4090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5E7C1CC-E553-1C77-760B-6FB96EFBC764}"/>
              </a:ext>
            </a:extLst>
          </p:cNvPr>
          <p:cNvCxnSpPr>
            <a:stCxn id="45" idx="2"/>
            <a:endCxn id="32" idx="0"/>
          </p:cNvCxnSpPr>
          <p:nvPr/>
        </p:nvCxnSpPr>
        <p:spPr>
          <a:xfrm>
            <a:off x="1335730" y="1431422"/>
            <a:ext cx="4065" cy="145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43F7F38-9A66-1D44-16BB-74E8CC8C9480}"/>
              </a:ext>
            </a:extLst>
          </p:cNvPr>
          <p:cNvCxnSpPr>
            <a:cxnSpLocks/>
            <a:stCxn id="60" idx="2"/>
            <a:endCxn id="137" idx="0"/>
          </p:cNvCxnSpPr>
          <p:nvPr/>
        </p:nvCxnSpPr>
        <p:spPr>
          <a:xfrm>
            <a:off x="1347950" y="4125302"/>
            <a:ext cx="10430" cy="863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D3257BFE-1253-640C-8DAA-946AE3A0B1C4}"/>
              </a:ext>
            </a:extLst>
          </p:cNvPr>
          <p:cNvSpPr/>
          <p:nvPr/>
        </p:nvSpPr>
        <p:spPr>
          <a:xfrm>
            <a:off x="1315721" y="4397418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450F757-C40F-1B83-79BA-C48970230AB0}"/>
              </a:ext>
            </a:extLst>
          </p:cNvPr>
          <p:cNvSpPr/>
          <p:nvPr/>
        </p:nvSpPr>
        <p:spPr>
          <a:xfrm>
            <a:off x="1301979" y="2212058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DD1863F1-FDDA-5D7E-ABD3-2FA8CB462AC4}"/>
              </a:ext>
            </a:extLst>
          </p:cNvPr>
          <p:cNvCxnSpPr>
            <a:cxnSpLocks/>
            <a:stCxn id="107" idx="5"/>
            <a:endCxn id="20" idx="0"/>
          </p:cNvCxnSpPr>
          <p:nvPr/>
        </p:nvCxnSpPr>
        <p:spPr>
          <a:xfrm rot="16200000" flipH="1">
            <a:off x="1883760" y="1759389"/>
            <a:ext cx="712299" cy="1746748"/>
          </a:xfrm>
          <a:prstGeom prst="bentConnector3">
            <a:avLst>
              <a:gd name="adj1" fmla="val -33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30504038-CE61-D25B-3214-5313C5E7F01A}"/>
              </a:ext>
            </a:extLst>
          </p:cNvPr>
          <p:cNvCxnSpPr>
            <a:cxnSpLocks/>
            <a:stCxn id="20" idx="2"/>
            <a:endCxn id="106" idx="6"/>
          </p:cNvCxnSpPr>
          <p:nvPr/>
        </p:nvCxnSpPr>
        <p:spPr>
          <a:xfrm rot="5400000">
            <a:off x="1749201" y="3071152"/>
            <a:ext cx="1006234" cy="17219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BDE9025-4DF7-9A7E-5DC4-93F6EC14A834}"/>
                  </a:ext>
                </a:extLst>
              </p:cNvPr>
              <p:cNvSpPr/>
              <p:nvPr/>
            </p:nvSpPr>
            <p:spPr>
              <a:xfrm>
                <a:off x="4572000" y="279294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BDE9025-4DF7-9A7E-5DC4-93F6EC14A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79294"/>
                <a:ext cx="1584176" cy="288032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Rectangle 122">
            <a:extLst>
              <a:ext uri="{FF2B5EF4-FFF2-40B4-BE49-F238E27FC236}">
                <a16:creationId xmlns:a16="http://schemas.microsoft.com/office/drawing/2014/main" id="{F6DC4741-B367-DA32-41B1-BC6013911A2F}"/>
              </a:ext>
            </a:extLst>
          </p:cNvPr>
          <p:cNvSpPr/>
          <p:nvPr/>
        </p:nvSpPr>
        <p:spPr>
          <a:xfrm>
            <a:off x="4572000" y="711342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508D774-B054-3EE8-2B4C-A45C74215F24}"/>
              </a:ext>
            </a:extLst>
          </p:cNvPr>
          <p:cNvSpPr/>
          <p:nvPr/>
        </p:nvSpPr>
        <p:spPr>
          <a:xfrm>
            <a:off x="4572000" y="1143390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5FC30D2-B360-39BF-A9BC-0DDFE687AC02}"/>
              </a:ext>
            </a:extLst>
          </p:cNvPr>
          <p:cNvCxnSpPr>
            <a:stCxn id="122" idx="2"/>
            <a:endCxn id="123" idx="0"/>
          </p:cNvCxnSpPr>
          <p:nvPr/>
        </p:nvCxnSpPr>
        <p:spPr>
          <a:xfrm>
            <a:off x="5364088" y="567326"/>
            <a:ext cx="0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BC6DAFC-6258-6FB7-7220-E870176EE92B}"/>
              </a:ext>
            </a:extLst>
          </p:cNvPr>
          <p:cNvCxnSpPr>
            <a:stCxn id="123" idx="2"/>
            <a:endCxn id="124" idx="0"/>
          </p:cNvCxnSpPr>
          <p:nvPr/>
        </p:nvCxnSpPr>
        <p:spPr>
          <a:xfrm>
            <a:off x="5364088" y="999374"/>
            <a:ext cx="4090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71D9F3F-EBBA-6F27-3C93-A3EA895F35B3}"/>
              </a:ext>
            </a:extLst>
          </p:cNvPr>
          <p:cNvSpPr/>
          <p:nvPr/>
        </p:nvSpPr>
        <p:spPr>
          <a:xfrm>
            <a:off x="2339780" y="5531171"/>
            <a:ext cx="1584176" cy="4400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 Depth (p=0.025)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641B86A-839D-E8DE-0832-8ABC5E56CFF9}"/>
                  </a:ext>
                </a:extLst>
              </p:cNvPr>
              <p:cNvSpPr/>
              <p:nvPr/>
            </p:nvSpPr>
            <p:spPr>
              <a:xfrm>
                <a:off x="566292" y="4989240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641B86A-839D-E8DE-0832-8ABC5E56C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92" y="4989240"/>
                <a:ext cx="1584176" cy="288032"/>
              </a:xfrm>
              <a:prstGeom prst="rect">
                <a:avLst/>
              </a:prstGeom>
              <a:blipFill>
                <a:blip r:embed="rId11"/>
                <a:stretch>
                  <a:fillRect b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Rectangle 137">
            <a:extLst>
              <a:ext uri="{FF2B5EF4-FFF2-40B4-BE49-F238E27FC236}">
                <a16:creationId xmlns:a16="http://schemas.microsoft.com/office/drawing/2014/main" id="{16744E04-3B83-3669-8EC4-421E8B8E8494}"/>
              </a:ext>
            </a:extLst>
          </p:cNvPr>
          <p:cNvSpPr/>
          <p:nvPr/>
        </p:nvSpPr>
        <p:spPr>
          <a:xfrm>
            <a:off x="566292" y="5449326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3F43F9C-57C2-51A5-FB4B-DF2C5BDDB11B}"/>
              </a:ext>
            </a:extLst>
          </p:cNvPr>
          <p:cNvSpPr/>
          <p:nvPr/>
        </p:nvSpPr>
        <p:spPr>
          <a:xfrm>
            <a:off x="566292" y="5881374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Rounded Rectangle 139">
                <a:extLst>
                  <a:ext uri="{FF2B5EF4-FFF2-40B4-BE49-F238E27FC236}">
                    <a16:creationId xmlns:a16="http://schemas.microsoft.com/office/drawing/2014/main" id="{223F58F1-4093-3636-3C77-55C64A2B493B}"/>
                  </a:ext>
                </a:extLst>
              </p:cNvPr>
              <p:cNvSpPr/>
              <p:nvPr/>
            </p:nvSpPr>
            <p:spPr>
              <a:xfrm>
                <a:off x="326496" y="6385623"/>
                <a:ext cx="2080077" cy="28063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PCI-Block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0" name="Rounded Rectangle 139">
                <a:extLst>
                  <a:ext uri="{FF2B5EF4-FFF2-40B4-BE49-F238E27FC236}">
                    <a16:creationId xmlns:a16="http://schemas.microsoft.com/office/drawing/2014/main" id="{223F58F1-4093-3636-3C77-55C64A2B4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96" y="6385623"/>
                <a:ext cx="2080077" cy="280637"/>
              </a:xfrm>
              <a:prstGeom prst="roundRect">
                <a:avLst/>
              </a:prstGeom>
              <a:blipFill>
                <a:blip r:embed="rId12"/>
                <a:stretch>
                  <a:fillRect t="-12000" b="-24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60F3E4B9-78A3-6F8E-3058-8A925DB76DE1}"/>
              </a:ext>
            </a:extLst>
          </p:cNvPr>
          <p:cNvCxnSpPr>
            <a:stCxn id="137" idx="2"/>
            <a:endCxn id="138" idx="0"/>
          </p:cNvCxnSpPr>
          <p:nvPr/>
        </p:nvCxnSpPr>
        <p:spPr>
          <a:xfrm>
            <a:off x="1358380" y="5277272"/>
            <a:ext cx="0" cy="1720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91CE36F-0EE5-DE5B-65CB-9769C05EDE6C}"/>
              </a:ext>
            </a:extLst>
          </p:cNvPr>
          <p:cNvCxnSpPr>
            <a:stCxn id="138" idx="2"/>
            <a:endCxn id="139" idx="0"/>
          </p:cNvCxnSpPr>
          <p:nvPr/>
        </p:nvCxnSpPr>
        <p:spPr>
          <a:xfrm>
            <a:off x="1358380" y="5737358"/>
            <a:ext cx="4090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C809CAA-4F7B-68DC-DA53-9AF0F0475678}"/>
              </a:ext>
            </a:extLst>
          </p:cNvPr>
          <p:cNvCxnSpPr>
            <a:cxnSpLocks/>
            <a:stCxn id="139" idx="2"/>
            <a:endCxn id="140" idx="0"/>
          </p:cNvCxnSpPr>
          <p:nvPr/>
        </p:nvCxnSpPr>
        <p:spPr>
          <a:xfrm>
            <a:off x="1362470" y="6169406"/>
            <a:ext cx="4065" cy="21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21515C22-AE43-4C97-5E78-868616FFB1BE}"/>
              </a:ext>
            </a:extLst>
          </p:cNvPr>
          <p:cNvCxnSpPr>
            <a:cxnSpLocks/>
            <a:stCxn id="140" idx="2"/>
          </p:cNvCxnSpPr>
          <p:nvPr/>
        </p:nvCxnSpPr>
        <p:spPr>
          <a:xfrm>
            <a:off x="1366535" y="6666260"/>
            <a:ext cx="0" cy="5516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331970EF-3249-62FA-25A0-297A8B46C05F}"/>
              </a:ext>
            </a:extLst>
          </p:cNvPr>
          <p:cNvSpPr/>
          <p:nvPr/>
        </p:nvSpPr>
        <p:spPr>
          <a:xfrm>
            <a:off x="1334306" y="6938376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1C313795-D770-F369-2135-399B8BDA84F1}"/>
              </a:ext>
            </a:extLst>
          </p:cNvPr>
          <p:cNvSpPr/>
          <p:nvPr/>
        </p:nvSpPr>
        <p:spPr>
          <a:xfrm>
            <a:off x="1320564" y="4753016"/>
            <a:ext cx="75632" cy="7563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26A78971-E9BA-2AAA-1E5F-E6F44765EEBB}"/>
              </a:ext>
            </a:extLst>
          </p:cNvPr>
          <p:cNvCxnSpPr>
            <a:cxnSpLocks/>
            <a:stCxn id="147" idx="5"/>
            <a:endCxn id="136" idx="0"/>
          </p:cNvCxnSpPr>
          <p:nvPr/>
        </p:nvCxnSpPr>
        <p:spPr>
          <a:xfrm rot="16200000" flipH="1">
            <a:off x="1901695" y="4300997"/>
            <a:ext cx="713599" cy="1746748"/>
          </a:xfrm>
          <a:prstGeom prst="bentConnector3">
            <a:avLst>
              <a:gd name="adj1" fmla="val -325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4B278FE8-EC80-907B-4929-A7EC7FF6CC4C}"/>
              </a:ext>
            </a:extLst>
          </p:cNvPr>
          <p:cNvCxnSpPr>
            <a:cxnSpLocks/>
            <a:stCxn id="136" idx="2"/>
            <a:endCxn id="146" idx="6"/>
          </p:cNvCxnSpPr>
          <p:nvPr/>
        </p:nvCxnSpPr>
        <p:spPr>
          <a:xfrm rot="5400000">
            <a:off x="1768436" y="5612760"/>
            <a:ext cx="1004934" cy="17219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25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32EC56A-0066-C46A-50BA-40ADB42B0CEF}"/>
                  </a:ext>
                </a:extLst>
              </p:cNvPr>
              <p:cNvSpPr/>
              <p:nvPr/>
            </p:nvSpPr>
            <p:spPr>
              <a:xfrm>
                <a:off x="6732240" y="500227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32EC56A-0066-C46A-50BA-40ADB42B0C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500227"/>
                <a:ext cx="1584176" cy="288032"/>
              </a:xfrm>
              <a:prstGeom prst="rect">
                <a:avLst/>
              </a:prstGeom>
              <a:blipFill>
                <a:blip r:embed="rId2"/>
                <a:stretch>
                  <a:fillRect t="-4000" b="-24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5D1F8A5-3714-F9BE-F81E-344FA33B234A}"/>
              </a:ext>
            </a:extLst>
          </p:cNvPr>
          <p:cNvSpPr/>
          <p:nvPr/>
        </p:nvSpPr>
        <p:spPr>
          <a:xfrm>
            <a:off x="6732240" y="932275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897C85-8584-C412-86C9-642A043B37C2}"/>
              </a:ext>
            </a:extLst>
          </p:cNvPr>
          <p:cNvSpPr/>
          <p:nvPr/>
        </p:nvSpPr>
        <p:spPr>
          <a:xfrm>
            <a:off x="6732240" y="1293259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AC436F-103F-ED52-A9BF-9CDCC38324BF}"/>
              </a:ext>
            </a:extLst>
          </p:cNvPr>
          <p:cNvSpPr/>
          <p:nvPr/>
        </p:nvSpPr>
        <p:spPr>
          <a:xfrm>
            <a:off x="971600" y="5414890"/>
            <a:ext cx="1908212" cy="633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StochasticDepth</a:t>
            </a:r>
            <a:r>
              <a:rPr lang="en-US" dirty="0">
                <a:solidFill>
                  <a:sysClr val="windowText" lastClr="000000"/>
                </a:solidFill>
              </a:rPr>
              <a:t>(p=0)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112121-3566-C138-5E20-2FBF65CE3EB4}"/>
                  </a:ext>
                </a:extLst>
              </p:cNvPr>
              <p:cNvSpPr/>
              <p:nvPr/>
            </p:nvSpPr>
            <p:spPr>
              <a:xfrm>
                <a:off x="6732240" y="1725307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112121-3566-C138-5E20-2FBF65CE3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1725307"/>
                <a:ext cx="1584176" cy="288032"/>
              </a:xfrm>
              <a:prstGeom prst="rect">
                <a:avLst/>
              </a:prstGeom>
              <a:blipFill>
                <a:blip r:embed="rId3"/>
                <a:stretch>
                  <a:fillRect b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61A0660-3540-2FEF-F4FD-D1F9334F2814}"/>
              </a:ext>
            </a:extLst>
          </p:cNvPr>
          <p:cNvSpPr/>
          <p:nvPr/>
        </p:nvSpPr>
        <p:spPr>
          <a:xfrm>
            <a:off x="6732240" y="2121922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B88B17-1D81-560E-97FB-646457C1FA85}"/>
              </a:ext>
            </a:extLst>
          </p:cNvPr>
          <p:cNvSpPr/>
          <p:nvPr/>
        </p:nvSpPr>
        <p:spPr>
          <a:xfrm>
            <a:off x="6733525" y="2518537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BB23B2-DAC4-D9B9-683B-E6A7886096B9}"/>
              </a:ext>
            </a:extLst>
          </p:cNvPr>
          <p:cNvSpPr/>
          <p:nvPr/>
        </p:nvSpPr>
        <p:spPr>
          <a:xfrm>
            <a:off x="6688020" y="2955910"/>
            <a:ext cx="1728193" cy="30628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AdaptiveAvgPool2D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FC8D2D7-6F9C-FAB6-28E9-ADA8DFAFAB21}"/>
                  </a:ext>
                </a:extLst>
              </p:cNvPr>
              <p:cNvSpPr/>
              <p:nvPr/>
            </p:nvSpPr>
            <p:spPr>
              <a:xfrm>
                <a:off x="6750766" y="3387958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FC8D2D7-6F9C-FAB6-28E9-ADA8DFAFAB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766" y="3387958"/>
                <a:ext cx="1584176" cy="288032"/>
              </a:xfrm>
              <a:prstGeom prst="rect">
                <a:avLst/>
              </a:prstGeom>
              <a:blipFill>
                <a:blip r:embed="rId4"/>
                <a:stretch>
                  <a:fillRect b="-19231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452A59C-6B78-FEBF-2D21-70B9DCE3D1B9}"/>
                  </a:ext>
                </a:extLst>
              </p:cNvPr>
              <p:cNvSpPr/>
              <p:nvPr/>
            </p:nvSpPr>
            <p:spPr>
              <a:xfrm>
                <a:off x="6742787" y="3784573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452A59C-6B78-FEBF-2D21-70B9DCE3D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787" y="3784573"/>
                <a:ext cx="1584176" cy="288032"/>
              </a:xfrm>
              <a:prstGeom prst="rect">
                <a:avLst/>
              </a:prstGeom>
              <a:blipFill>
                <a:blip r:embed="rId5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543A54B0-43C6-D265-DE07-8655EA859B39}"/>
              </a:ext>
            </a:extLst>
          </p:cNvPr>
          <p:cNvSpPr/>
          <p:nvPr/>
        </p:nvSpPr>
        <p:spPr>
          <a:xfrm>
            <a:off x="6738697" y="4206691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D88537-AE99-0EEA-3A0D-F280AE05D802}"/>
              </a:ext>
            </a:extLst>
          </p:cNvPr>
          <p:cNvSpPr/>
          <p:nvPr/>
        </p:nvSpPr>
        <p:spPr>
          <a:xfrm>
            <a:off x="6732240" y="4617533"/>
            <a:ext cx="1598812" cy="306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517EEBD-054C-E19B-E693-A17859F74912}"/>
                  </a:ext>
                </a:extLst>
              </p:cNvPr>
              <p:cNvSpPr/>
              <p:nvPr/>
            </p:nvSpPr>
            <p:spPr>
              <a:xfrm>
                <a:off x="6732240" y="5039651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517EEBD-054C-E19B-E693-A17859F749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5039651"/>
                <a:ext cx="1584176" cy="288032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4CDE17C4-2CEA-8CAB-37C1-EC4B6C7F0115}"/>
              </a:ext>
            </a:extLst>
          </p:cNvPr>
          <p:cNvSpPr/>
          <p:nvPr/>
        </p:nvSpPr>
        <p:spPr>
          <a:xfrm>
            <a:off x="6738697" y="5443520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188188-2E0D-06DB-2543-1749F8950151}"/>
              </a:ext>
            </a:extLst>
          </p:cNvPr>
          <p:cNvSpPr/>
          <p:nvPr/>
        </p:nvSpPr>
        <p:spPr>
          <a:xfrm>
            <a:off x="6516216" y="332656"/>
            <a:ext cx="2016224" cy="55446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D6C433D-D7EE-72DE-1A43-247CF8A66E7A}"/>
              </a:ext>
            </a:extLst>
          </p:cNvPr>
          <p:cNvSpPr/>
          <p:nvPr/>
        </p:nvSpPr>
        <p:spPr>
          <a:xfrm>
            <a:off x="2660646" y="1798259"/>
            <a:ext cx="1592354" cy="2880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PCI-Block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51705A7-A307-D5E4-9688-E5396DD5DC21}"/>
              </a:ext>
            </a:extLst>
          </p:cNvPr>
          <p:cNvSpPr/>
          <p:nvPr/>
        </p:nvSpPr>
        <p:spPr>
          <a:xfrm>
            <a:off x="971600" y="2067630"/>
            <a:ext cx="1224136" cy="6846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PCI-Block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8EFD656-297C-C9EC-E8F8-E3E10411EB56}"/>
                  </a:ext>
                </a:extLst>
              </p:cNvPr>
              <p:cNvSpPr/>
              <p:nvPr/>
            </p:nvSpPr>
            <p:spPr>
              <a:xfrm>
                <a:off x="2660646" y="500227"/>
                <a:ext cx="1584176" cy="2880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Conv2d(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4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8EFD656-297C-C9EC-E8F8-E3E10411E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646" y="500227"/>
                <a:ext cx="1584176" cy="288032"/>
              </a:xfrm>
              <a:prstGeom prst="rect">
                <a:avLst/>
              </a:prstGeom>
              <a:blipFill>
                <a:blip r:embed="rId7"/>
                <a:stretch>
                  <a:fillRect t="-4000" b="-2400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A74C6B43-E822-75AA-0437-90CA7E842BD1}"/>
              </a:ext>
            </a:extLst>
          </p:cNvPr>
          <p:cNvSpPr/>
          <p:nvPr/>
        </p:nvSpPr>
        <p:spPr>
          <a:xfrm>
            <a:off x="2660646" y="932275"/>
            <a:ext cx="1584176" cy="2880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BatchNorm2d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B12171-4633-C6AB-783A-2BAFC544FDBC}"/>
              </a:ext>
            </a:extLst>
          </p:cNvPr>
          <p:cNvSpPr/>
          <p:nvPr/>
        </p:nvSpPr>
        <p:spPr>
          <a:xfrm>
            <a:off x="2660646" y="1364323"/>
            <a:ext cx="1592355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SiLU</a:t>
            </a:r>
          </a:p>
        </p:txBody>
      </p:sp>
    </p:spTree>
    <p:extLst>
      <p:ext uri="{BB962C8B-B14F-4D97-AF65-F5344CB8AC3E}">
        <p14:creationId xmlns:p14="http://schemas.microsoft.com/office/powerpoint/2010/main" val="2756886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A97FCF5-6883-8B53-AA8E-A7074DEF4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48" y="2075366"/>
            <a:ext cx="1368152" cy="13681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C9CEA07-DACD-6621-95FB-845E9E77866F}"/>
              </a:ext>
            </a:extLst>
          </p:cNvPr>
          <p:cNvSpPr txBox="1"/>
          <p:nvPr/>
        </p:nvSpPr>
        <p:spPr>
          <a:xfrm>
            <a:off x="2134167" y="3465523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PCI=62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FBCED6-A701-F6E8-2EA4-6EA5E295E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557" y="317106"/>
            <a:ext cx="1371600" cy="1371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E9EEE68-6F91-5C66-C1E6-E741828BFA77}"/>
              </a:ext>
            </a:extLst>
          </p:cNvPr>
          <p:cNvSpPr txBox="1"/>
          <p:nvPr/>
        </p:nvSpPr>
        <p:spPr>
          <a:xfrm>
            <a:off x="5553184" y="1732421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PCI=42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42267A-9CF5-2E7C-3F9B-BB84B76465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780" y="2071918"/>
            <a:ext cx="1371600" cy="1371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384667B-70F5-A445-27EB-A43C94FBB2E4}"/>
              </a:ext>
            </a:extLst>
          </p:cNvPr>
          <p:cNvSpPr txBox="1"/>
          <p:nvPr/>
        </p:nvSpPr>
        <p:spPr>
          <a:xfrm>
            <a:off x="3823988" y="3449684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PCI=91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53249BC-2225-C857-7E9A-DB892D3EBF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245" y="326455"/>
            <a:ext cx="1371600" cy="1371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415FD81-8EC1-945B-E10C-3F5FDCC135E4}"/>
              </a:ext>
            </a:extLst>
          </p:cNvPr>
          <p:cNvSpPr txBox="1"/>
          <p:nvPr/>
        </p:nvSpPr>
        <p:spPr>
          <a:xfrm>
            <a:off x="3823988" y="1698055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PCI=16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25D0313-D9C3-7C4F-F0BD-3F462CE551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891" y="2083913"/>
            <a:ext cx="1371600" cy="13716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24AC3E7-4E01-A424-A902-A2EC568B409B}"/>
              </a:ext>
            </a:extLst>
          </p:cNvPr>
          <p:cNvSpPr txBox="1"/>
          <p:nvPr/>
        </p:nvSpPr>
        <p:spPr>
          <a:xfrm>
            <a:off x="5508299" y="3486235"/>
            <a:ext cx="833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PCI=100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803AD88-AC68-032B-283A-49742E5830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933" y="317106"/>
            <a:ext cx="1371600" cy="13716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41322FC-DF63-9877-1BB2-932AC001F41B}"/>
              </a:ext>
            </a:extLst>
          </p:cNvPr>
          <p:cNvSpPr txBox="1"/>
          <p:nvPr/>
        </p:nvSpPr>
        <p:spPr>
          <a:xfrm>
            <a:off x="2184560" y="169805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PCI=4</a:t>
            </a:r>
          </a:p>
        </p:txBody>
      </p:sp>
    </p:spTree>
    <p:extLst>
      <p:ext uri="{BB962C8B-B14F-4D97-AF65-F5344CB8AC3E}">
        <p14:creationId xmlns:p14="http://schemas.microsoft.com/office/powerpoint/2010/main" val="1104403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76F2C-A333-6E71-E76E-C9112701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122A1-BEA9-C132-1C22-16D5071D3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21889-B847-3D1D-827D-4980D528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9C5E7-D174-0543-B942-9C4F6E3A04EC}" type="datetime1">
              <a:rPr lang="en-US" smtClean="0"/>
              <a:t>8/18/25</a:t>
            </a:fld>
            <a:endParaRPr 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37589-A33E-4B4D-643B-8BE4DEC46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A692E-C5D2-A639-8157-564BA012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913308-F349-4B6D-A68A-DD1791B4A57B}" type="slidenum">
              <a:rPr lang="en-US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2438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6CFA45-4C46-529C-F782-2C51A30DB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43119"/>
            <a:ext cx="7856442" cy="5771762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BD4B92D-447B-0EC3-CBF1-4E540C18E428}"/>
              </a:ext>
            </a:extLst>
          </p:cNvPr>
          <p:cNvSpPr/>
          <p:nvPr/>
        </p:nvSpPr>
        <p:spPr>
          <a:xfrm>
            <a:off x="1012241" y="4433762"/>
            <a:ext cx="1283454" cy="1297880"/>
          </a:xfrm>
          <a:custGeom>
            <a:avLst/>
            <a:gdLst>
              <a:gd name="connsiteX0" fmla="*/ 6331 w 1283454"/>
              <a:gd name="connsiteY0" fmla="*/ 705397 h 1297880"/>
              <a:gd name="connsiteX1" fmla="*/ 156802 w 1283454"/>
              <a:gd name="connsiteY1" fmla="*/ 531777 h 1297880"/>
              <a:gd name="connsiteX2" fmla="*/ 307273 w 1283454"/>
              <a:gd name="connsiteY2" fmla="*/ 10916 h 1297880"/>
              <a:gd name="connsiteX3" fmla="*/ 631364 w 1283454"/>
              <a:gd name="connsiteY3" fmla="*/ 184537 h 1297880"/>
              <a:gd name="connsiteX4" fmla="*/ 816559 w 1283454"/>
              <a:gd name="connsiteY4" fmla="*/ 265560 h 1297880"/>
              <a:gd name="connsiteX5" fmla="*/ 1105926 w 1283454"/>
              <a:gd name="connsiteY5" fmla="*/ 265560 h 1297880"/>
              <a:gd name="connsiteX6" fmla="*/ 1279546 w 1283454"/>
              <a:gd name="connsiteY6" fmla="*/ 716972 h 1297880"/>
              <a:gd name="connsiteX7" fmla="*/ 1186949 w 1283454"/>
              <a:gd name="connsiteY7" fmla="*/ 1156810 h 1297880"/>
              <a:gd name="connsiteX8" fmla="*/ 758686 w 1283454"/>
              <a:gd name="connsiteY8" fmla="*/ 1226258 h 1297880"/>
              <a:gd name="connsiteX9" fmla="*/ 260974 w 1283454"/>
              <a:gd name="connsiteY9" fmla="*/ 1284132 h 1297880"/>
              <a:gd name="connsiteX10" fmla="*/ 52630 w 1283454"/>
              <a:gd name="connsiteY10" fmla="*/ 1237833 h 1297880"/>
              <a:gd name="connsiteX11" fmla="*/ 6331 w 1283454"/>
              <a:gd name="connsiteY11" fmla="*/ 705397 h 1297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83454" h="1297880">
                <a:moveTo>
                  <a:pt x="6331" y="705397"/>
                </a:moveTo>
                <a:cubicBezTo>
                  <a:pt x="23693" y="587721"/>
                  <a:pt x="106645" y="647524"/>
                  <a:pt x="156802" y="531777"/>
                </a:cubicBezTo>
                <a:cubicBezTo>
                  <a:pt x="206959" y="416030"/>
                  <a:pt x="228179" y="68789"/>
                  <a:pt x="307273" y="10916"/>
                </a:cubicBezTo>
                <a:cubicBezTo>
                  <a:pt x="386367" y="-46957"/>
                  <a:pt x="546483" y="142096"/>
                  <a:pt x="631364" y="184537"/>
                </a:cubicBezTo>
                <a:cubicBezTo>
                  <a:pt x="716245" y="226978"/>
                  <a:pt x="737465" y="252056"/>
                  <a:pt x="816559" y="265560"/>
                </a:cubicBezTo>
                <a:cubicBezTo>
                  <a:pt x="895653" y="279064"/>
                  <a:pt x="1028762" y="190325"/>
                  <a:pt x="1105926" y="265560"/>
                </a:cubicBezTo>
                <a:cubicBezTo>
                  <a:pt x="1183090" y="340795"/>
                  <a:pt x="1266042" y="568430"/>
                  <a:pt x="1279546" y="716972"/>
                </a:cubicBezTo>
                <a:cubicBezTo>
                  <a:pt x="1293050" y="865514"/>
                  <a:pt x="1273759" y="1071929"/>
                  <a:pt x="1186949" y="1156810"/>
                </a:cubicBezTo>
                <a:cubicBezTo>
                  <a:pt x="1100139" y="1241691"/>
                  <a:pt x="913015" y="1205038"/>
                  <a:pt x="758686" y="1226258"/>
                </a:cubicBezTo>
                <a:cubicBezTo>
                  <a:pt x="604357" y="1247478"/>
                  <a:pt x="378650" y="1282203"/>
                  <a:pt x="260974" y="1284132"/>
                </a:cubicBezTo>
                <a:cubicBezTo>
                  <a:pt x="143298" y="1286061"/>
                  <a:pt x="97000" y="1334289"/>
                  <a:pt x="52630" y="1237833"/>
                </a:cubicBezTo>
                <a:cubicBezTo>
                  <a:pt x="8260" y="1141377"/>
                  <a:pt x="-11031" y="823073"/>
                  <a:pt x="6331" y="705397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12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6CFA45-4C46-529C-F782-2C51A30DB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43119"/>
            <a:ext cx="7856442" cy="577176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5C18C71-895C-04AF-3096-1FB07169483D}"/>
              </a:ext>
            </a:extLst>
          </p:cNvPr>
          <p:cNvSpPr/>
          <p:nvPr/>
        </p:nvSpPr>
        <p:spPr>
          <a:xfrm rot="20152085">
            <a:off x="822525" y="4628621"/>
            <a:ext cx="1872208" cy="1079960"/>
          </a:xfrm>
          <a:prstGeom prst="ellipse">
            <a:avLst/>
          </a:prstGeom>
          <a:noFill/>
          <a:ln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94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12986</TotalTime>
  <Words>1670</Words>
  <Application>Microsoft Macintosh PowerPoint</Application>
  <DocSecurity>0</DocSecurity>
  <PresentationFormat>On-screen Show (4:3)</PresentationFormat>
  <Paragraphs>657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tj zhang</cp:lastModifiedBy>
  <cp:revision>24</cp:revision>
  <dcterms:created xsi:type="dcterms:W3CDTF">2020-09-04T07:12:08Z</dcterms:created>
  <dcterms:modified xsi:type="dcterms:W3CDTF">2025-08-19T21:57:04Z</dcterms:modified>
  <cp:category/>
  <dc:identifier/>
  <cp:contentStatus/>
  <dc:language/>
  <cp:version/>
</cp:coreProperties>
</file>